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 id="283" r:id="rId39"/>
    <p:sldId id="284" r:id="rId40"/>
    <p:sldId id="285" r:id="rId41"/>
    <p:sldId id="286" r:id="rId42"/>
    <p:sldId id="307" r:id="rId43"/>
    <p:sldId id="287" r:id="rId44"/>
    <p:sldId id="288" r:id="rId45"/>
    <p:sldId id="289" r:id="rId46"/>
    <p:sldId id="303" r:id="rId47"/>
    <p:sldId id="291" r:id="rId48"/>
    <p:sldId id="292" r:id="rId49"/>
    <p:sldId id="294" r:id="rId50"/>
    <p:sldId id="308" r:id="rId51"/>
    <p:sldId id="304" r:id="rId52"/>
    <p:sldId id="297" r:id="rId53"/>
    <p:sldId id="298" r:id="rId54"/>
    <p:sldId id="299" r:id="rId55"/>
    <p:sldId id="305" r:id="rId56"/>
    <p:sldId id="300" r:id="rId57"/>
    <p:sldId id="301" r:id="rId58"/>
    <p:sldId id="306" r:id="rId59"/>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72" y="3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slide" Target="slides/slide28.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slide" Target="slides/slide31.xml"/><Relationship Id="rId47" Type="http://schemas.openxmlformats.org/officeDocument/2006/relationships/slide" Target="slides/slide36.xml"/><Relationship Id="rId50" Type="http://schemas.openxmlformats.org/officeDocument/2006/relationships/slide" Target="slides/slide39.xml"/><Relationship Id="rId55" Type="http://schemas.openxmlformats.org/officeDocument/2006/relationships/slide" Target="slides/slide44.xml"/><Relationship Id="rId63"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5.xml"/><Relationship Id="rId29" Type="http://schemas.openxmlformats.org/officeDocument/2006/relationships/slide" Target="slides/slide18.xml"/><Relationship Id="rId11" Type="http://schemas.openxmlformats.org/officeDocument/2006/relationships/slideMaster" Target="slideMasters/slideMaster11.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slide" Target="slides/slide26.xml"/><Relationship Id="rId40" Type="http://schemas.openxmlformats.org/officeDocument/2006/relationships/slide" Target="slides/slide29.xml"/><Relationship Id="rId45" Type="http://schemas.openxmlformats.org/officeDocument/2006/relationships/slide" Target="slides/slide34.xml"/><Relationship Id="rId53" Type="http://schemas.openxmlformats.org/officeDocument/2006/relationships/slide" Target="slides/slide42.xml"/><Relationship Id="rId58" Type="http://schemas.openxmlformats.org/officeDocument/2006/relationships/slide" Target="slides/slide47.xml"/><Relationship Id="rId5" Type="http://schemas.openxmlformats.org/officeDocument/2006/relationships/slideMaster" Target="slideMasters/slideMaster5.xml"/><Relationship Id="rId61" Type="http://schemas.openxmlformats.org/officeDocument/2006/relationships/viewProps" Target="viewProps.xml"/><Relationship Id="rId19" Type="http://schemas.openxmlformats.org/officeDocument/2006/relationships/slide" Target="slides/slide8.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openxmlformats.org/officeDocument/2006/relationships/slide" Target="slides/slide32.xml"/><Relationship Id="rId48" Type="http://schemas.openxmlformats.org/officeDocument/2006/relationships/slide" Target="slides/slide37.xml"/><Relationship Id="rId56" Type="http://schemas.openxmlformats.org/officeDocument/2006/relationships/slide" Target="slides/slide45.xml"/><Relationship Id="rId8" Type="http://schemas.openxmlformats.org/officeDocument/2006/relationships/slideMaster" Target="slideMasters/slideMaster8.xml"/><Relationship Id="rId51" Type="http://schemas.openxmlformats.org/officeDocument/2006/relationships/slide" Target="slides/slide40.xml"/><Relationship Id="rId3" Type="http://schemas.openxmlformats.org/officeDocument/2006/relationships/slideMaster" Target="slideMasters/slideMaster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openxmlformats.org/officeDocument/2006/relationships/slide" Target="slides/slide35.xml"/><Relationship Id="rId59" Type="http://schemas.openxmlformats.org/officeDocument/2006/relationships/slide" Target="slides/slide48.xml"/><Relationship Id="rId20" Type="http://schemas.openxmlformats.org/officeDocument/2006/relationships/slide" Target="slides/slide9.xml"/><Relationship Id="rId41" Type="http://schemas.openxmlformats.org/officeDocument/2006/relationships/slide" Target="slides/slide30.xml"/><Relationship Id="rId54" Type="http://schemas.openxmlformats.org/officeDocument/2006/relationships/slide" Target="slides/slide4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openxmlformats.org/officeDocument/2006/relationships/slide" Target="slides/slide38.xml"/><Relationship Id="rId57" Type="http://schemas.openxmlformats.org/officeDocument/2006/relationships/slide" Target="slides/slide46.xml"/><Relationship Id="rId10" Type="http://schemas.openxmlformats.org/officeDocument/2006/relationships/slideMaster" Target="slideMasters/slideMaster10.xml"/><Relationship Id="rId31" Type="http://schemas.openxmlformats.org/officeDocument/2006/relationships/slide" Target="slides/slide20.xml"/><Relationship Id="rId44" Type="http://schemas.openxmlformats.org/officeDocument/2006/relationships/slide" Target="slides/slide33.xml"/><Relationship Id="rId52" Type="http://schemas.openxmlformats.org/officeDocument/2006/relationships/slide" Target="slides/slide41.xml"/><Relationship Id="rId60"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Master" Target="slideMasters/slideMaster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Aptos"/>
            </a:endParaRPr>
          </a:p>
        </p:txBody>
      </p:sp>
      <p:sp>
        <p:nvSpPr>
          <p:cNvPr id="6" name="PlaceHolder 2"/>
          <p:cNvSpPr>
            <a:spLocks noGrp="1"/>
          </p:cNvSpPr>
          <p:nvPr>
            <p:ph type="subTitle"/>
          </p:nvPr>
        </p:nvSpPr>
        <p:spPr>
          <a:xfrm>
            <a:off x="838080" y="1825560"/>
            <a:ext cx="10515240" cy="435096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ftr" idx="2"/>
          </p:nvPr>
        </p:nvSpPr>
        <p:spPr/>
        <p:txBody>
          <a:bodyPr/>
          <a:lstStyle/>
          <a:p>
            <a:r>
              <a:t>Footer</a:t>
            </a:r>
          </a:p>
        </p:txBody>
      </p:sp>
      <p:sp>
        <p:nvSpPr>
          <p:cNvPr id="2" name="PlaceHolder 4"/>
          <p:cNvSpPr>
            <a:spLocks noGrp="1"/>
          </p:cNvSpPr>
          <p:nvPr>
            <p:ph type="sldNum" idx="3"/>
          </p:nvPr>
        </p:nvSpPr>
        <p:spPr/>
        <p:txBody>
          <a:bodyPr/>
          <a:lstStyle/>
          <a:p>
            <a:fld id="{F8B1D0D0-B54C-4F5D-AE58-CFE97052A158}" type="slidenum">
              <a:t>‹#›</a:t>
            </a:fld>
            <a:endParaRPr/>
          </a:p>
        </p:txBody>
      </p:sp>
      <p:sp>
        <p:nvSpPr>
          <p:cNvPr id="3" name="PlaceHolder 5"/>
          <p:cNvSpPr>
            <a:spLocks noGrp="1"/>
          </p:cNvSpPr>
          <p:nvPr>
            <p:ph type="dt" idx="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lstStyle/>
          <a:p>
            <a:r>
              <a:t>Footer</a:t>
            </a:r>
          </a:p>
        </p:txBody>
      </p:sp>
      <p:sp>
        <p:nvSpPr>
          <p:cNvPr id="3" name="PlaceHolder 2"/>
          <p:cNvSpPr>
            <a:spLocks noGrp="1"/>
          </p:cNvSpPr>
          <p:nvPr>
            <p:ph type="sldNum" idx="6"/>
          </p:nvPr>
        </p:nvSpPr>
        <p:spPr/>
        <p:txBody>
          <a:bodyPr/>
          <a:lstStyle/>
          <a:p>
            <a:fld id="{EAE23B3B-77A0-4C1D-B83F-04A2B4060938}" type="slidenum">
              <a:t>‹#›</a:t>
            </a:fld>
            <a:endParaRPr/>
          </a:p>
        </p:txBody>
      </p:sp>
      <p:sp>
        <p:nvSpPr>
          <p:cNvPr id="4" name="PlaceHolder 3"/>
          <p:cNvSpPr>
            <a:spLocks noGrp="1"/>
          </p:cNvSpPr>
          <p:nvPr>
            <p:ph type="dt" idx="4"/>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lstStyle/>
          <a:p>
            <a:r>
              <a:t>Footer</a:t>
            </a:r>
          </a:p>
        </p:txBody>
      </p:sp>
      <p:sp>
        <p:nvSpPr>
          <p:cNvPr id="3" name="PlaceHolder 2"/>
          <p:cNvSpPr>
            <a:spLocks noGrp="1"/>
          </p:cNvSpPr>
          <p:nvPr>
            <p:ph type="sldNum" idx="9"/>
          </p:nvPr>
        </p:nvSpPr>
        <p:spPr/>
        <p:txBody>
          <a:bodyPr/>
          <a:lstStyle/>
          <a:p>
            <a:fld id="{1628A3FE-D126-4801-856F-1EC1F15AD56E}" type="slidenum">
              <a:t>‹#›</a:t>
            </a:fld>
            <a:endParaRPr/>
          </a:p>
        </p:txBody>
      </p:sp>
      <p:sp>
        <p:nvSpPr>
          <p:cNvPr id="4" name="PlaceHolder 3"/>
          <p:cNvSpPr>
            <a:spLocks noGrp="1"/>
          </p:cNvSpPr>
          <p:nvPr>
            <p:ph type="dt" idx="7"/>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Aptos"/>
            </a:endParaRPr>
          </a:p>
        </p:txBody>
      </p:sp>
      <p:sp>
        <p:nvSpPr>
          <p:cNvPr id="23" name="PlaceHolder 2"/>
          <p:cNvSpPr>
            <a:spLocks noGrp="1"/>
          </p:cNvSpPr>
          <p:nvPr>
            <p:ph/>
          </p:nvPr>
        </p:nvSpPr>
        <p:spPr>
          <a:xfrm>
            <a:off x="838080" y="1825560"/>
            <a:ext cx="1051524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chemeClr val="dk1"/>
              </a:solidFill>
              <a:latin typeface="Aptos"/>
            </a:endParaRPr>
          </a:p>
        </p:txBody>
      </p:sp>
      <p:sp>
        <p:nvSpPr>
          <p:cNvPr id="4" name="PlaceHolder 3"/>
          <p:cNvSpPr>
            <a:spLocks noGrp="1"/>
          </p:cNvSpPr>
          <p:nvPr>
            <p:ph type="ftr" idx="11"/>
          </p:nvPr>
        </p:nvSpPr>
        <p:spPr/>
        <p:txBody>
          <a:bodyPr/>
          <a:lstStyle/>
          <a:p>
            <a:r>
              <a:t>Footer</a:t>
            </a:r>
          </a:p>
        </p:txBody>
      </p:sp>
      <p:sp>
        <p:nvSpPr>
          <p:cNvPr id="5" name="PlaceHolder 4"/>
          <p:cNvSpPr>
            <a:spLocks noGrp="1"/>
          </p:cNvSpPr>
          <p:nvPr>
            <p:ph type="sldNum" idx="12"/>
          </p:nvPr>
        </p:nvSpPr>
        <p:spPr/>
        <p:txBody>
          <a:bodyPr/>
          <a:lstStyle/>
          <a:p>
            <a:fld id="{91540F5D-7D50-430A-ACCD-E693C5C9910E}" type="slidenum">
              <a:t>‹#›</a:t>
            </a:fld>
            <a:endParaRPr/>
          </a:p>
        </p:txBody>
      </p:sp>
      <p:sp>
        <p:nvSpPr>
          <p:cNvPr id="6" name="PlaceHolder 5"/>
          <p:cNvSpPr>
            <a:spLocks noGrp="1"/>
          </p:cNvSpPr>
          <p:nvPr>
            <p:ph type="dt" idx="10"/>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lstStyle/>
          <a:p>
            <a:r>
              <a:t>Footer</a:t>
            </a:r>
          </a:p>
        </p:txBody>
      </p:sp>
      <p:sp>
        <p:nvSpPr>
          <p:cNvPr id="3" name="PlaceHolder 2"/>
          <p:cNvSpPr>
            <a:spLocks noGrp="1"/>
          </p:cNvSpPr>
          <p:nvPr>
            <p:ph type="sldNum" idx="15"/>
          </p:nvPr>
        </p:nvSpPr>
        <p:spPr/>
        <p:txBody>
          <a:bodyPr/>
          <a:lstStyle/>
          <a:p>
            <a:fld id="{598EABF8-EEB2-42BD-BA38-635A5DD383FA}" type="slidenum">
              <a:t>‹#›</a:t>
            </a:fld>
            <a:endParaRPr/>
          </a:p>
        </p:txBody>
      </p:sp>
      <p:sp>
        <p:nvSpPr>
          <p:cNvPr id="4" name="PlaceHolder 3"/>
          <p:cNvSpPr>
            <a:spLocks noGrp="1"/>
          </p:cNvSpPr>
          <p:nvPr>
            <p:ph type="dt" idx="13"/>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Aptos"/>
            </a:endParaRPr>
          </a:p>
        </p:txBody>
      </p:sp>
      <p:sp>
        <p:nvSpPr>
          <p:cNvPr id="36"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chemeClr val="dk1"/>
              </a:solidFill>
              <a:latin typeface="Aptos"/>
            </a:endParaRPr>
          </a:p>
        </p:txBody>
      </p:sp>
      <p:sp>
        <p:nvSpPr>
          <p:cNvPr id="37"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chemeClr val="dk1"/>
              </a:solidFill>
              <a:latin typeface="Aptos"/>
            </a:endParaRPr>
          </a:p>
        </p:txBody>
      </p:sp>
      <p:sp>
        <p:nvSpPr>
          <p:cNvPr id="5" name="PlaceHolder 4"/>
          <p:cNvSpPr>
            <a:spLocks noGrp="1"/>
          </p:cNvSpPr>
          <p:nvPr>
            <p:ph type="ftr" idx="17"/>
          </p:nvPr>
        </p:nvSpPr>
        <p:spPr/>
        <p:txBody>
          <a:bodyPr/>
          <a:lstStyle/>
          <a:p>
            <a:r>
              <a:t>Footer</a:t>
            </a:r>
          </a:p>
        </p:txBody>
      </p:sp>
      <p:sp>
        <p:nvSpPr>
          <p:cNvPr id="6" name="PlaceHolder 5"/>
          <p:cNvSpPr>
            <a:spLocks noGrp="1"/>
          </p:cNvSpPr>
          <p:nvPr>
            <p:ph type="sldNum" idx="18"/>
          </p:nvPr>
        </p:nvSpPr>
        <p:spPr/>
        <p:txBody>
          <a:bodyPr/>
          <a:lstStyle/>
          <a:p>
            <a:fld id="{6D30DBD8-7AB0-4A67-83E4-C33D166C463D}" type="slidenum">
              <a:t>‹#›</a:t>
            </a:fld>
            <a:endParaRPr/>
          </a:p>
        </p:txBody>
      </p:sp>
      <p:sp>
        <p:nvSpPr>
          <p:cNvPr id="7" name="PlaceHolder 6"/>
          <p:cNvSpPr>
            <a:spLocks noGrp="1"/>
          </p:cNvSpPr>
          <p:nvPr>
            <p:ph type="dt" idx="16"/>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lstStyle/>
          <a:p>
            <a:r>
              <a:t>Footer</a:t>
            </a:r>
          </a:p>
        </p:txBody>
      </p:sp>
      <p:sp>
        <p:nvSpPr>
          <p:cNvPr id="3" name="PlaceHolder 2"/>
          <p:cNvSpPr>
            <a:spLocks noGrp="1"/>
          </p:cNvSpPr>
          <p:nvPr>
            <p:ph type="sldNum" idx="21"/>
          </p:nvPr>
        </p:nvSpPr>
        <p:spPr/>
        <p:txBody>
          <a:bodyPr/>
          <a:lstStyle/>
          <a:p>
            <a:fld id="{C52C58E5-EFCF-49AB-BED7-B8AF880C9E8F}" type="slidenum">
              <a:t>‹#›</a:t>
            </a:fld>
            <a:endParaRPr/>
          </a:p>
        </p:txBody>
      </p:sp>
      <p:sp>
        <p:nvSpPr>
          <p:cNvPr id="4" name="PlaceHolder 3"/>
          <p:cNvSpPr>
            <a:spLocks noGrp="1"/>
          </p:cNvSpPr>
          <p:nvPr>
            <p:ph type="dt" idx="19"/>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Aptos"/>
            </a:endParaRPr>
          </a:p>
        </p:txBody>
      </p:sp>
      <p:sp>
        <p:nvSpPr>
          <p:cNvPr id="3" name="PlaceHolder 2"/>
          <p:cNvSpPr>
            <a:spLocks noGrp="1"/>
          </p:cNvSpPr>
          <p:nvPr>
            <p:ph type="ftr" idx="23"/>
          </p:nvPr>
        </p:nvSpPr>
        <p:spPr/>
        <p:txBody>
          <a:bodyPr/>
          <a:lstStyle/>
          <a:p>
            <a:r>
              <a:t>Footer</a:t>
            </a:r>
          </a:p>
        </p:txBody>
      </p:sp>
      <p:sp>
        <p:nvSpPr>
          <p:cNvPr id="4" name="PlaceHolder 3"/>
          <p:cNvSpPr>
            <a:spLocks noGrp="1"/>
          </p:cNvSpPr>
          <p:nvPr>
            <p:ph type="sldNum" idx="24"/>
          </p:nvPr>
        </p:nvSpPr>
        <p:spPr/>
        <p:txBody>
          <a:bodyPr/>
          <a:lstStyle/>
          <a:p>
            <a:fld id="{F13F9905-2132-465A-819A-39B8204F4366}" type="slidenum">
              <a:t>‹#›</a:t>
            </a:fld>
            <a:endParaRPr/>
          </a:p>
        </p:txBody>
      </p:sp>
      <p:sp>
        <p:nvSpPr>
          <p:cNvPr id="5" name="PlaceHolder 4"/>
          <p:cNvSpPr>
            <a:spLocks noGrp="1"/>
          </p:cNvSpPr>
          <p:nvPr>
            <p:ph type="dt" idx="22"/>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lstStyle/>
          <a:p>
            <a:r>
              <a:t>Footer</a:t>
            </a:r>
          </a:p>
        </p:txBody>
      </p:sp>
      <p:sp>
        <p:nvSpPr>
          <p:cNvPr id="3" name="PlaceHolder 2"/>
          <p:cNvSpPr>
            <a:spLocks noGrp="1"/>
          </p:cNvSpPr>
          <p:nvPr>
            <p:ph type="sldNum" idx="27"/>
          </p:nvPr>
        </p:nvSpPr>
        <p:spPr/>
        <p:txBody>
          <a:bodyPr/>
          <a:lstStyle/>
          <a:p>
            <a:fld id="{8CF3B942-DC24-4920-9D45-B63E1BD7650A}" type="slidenum">
              <a:t>‹#›</a:t>
            </a:fld>
            <a:endParaRPr/>
          </a:p>
        </p:txBody>
      </p:sp>
      <p:sp>
        <p:nvSpPr>
          <p:cNvPr id="4" name="PlaceHolder 3"/>
          <p:cNvSpPr>
            <a:spLocks noGrp="1"/>
          </p:cNvSpPr>
          <p:nvPr>
            <p:ph type="dt" idx="25"/>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lstStyle/>
          <a:p>
            <a:r>
              <a:t>Footer</a:t>
            </a:r>
          </a:p>
        </p:txBody>
      </p:sp>
      <p:sp>
        <p:nvSpPr>
          <p:cNvPr id="3" name="PlaceHolder 2"/>
          <p:cNvSpPr>
            <a:spLocks noGrp="1"/>
          </p:cNvSpPr>
          <p:nvPr>
            <p:ph type="sldNum" idx="30"/>
          </p:nvPr>
        </p:nvSpPr>
        <p:spPr/>
        <p:txBody>
          <a:bodyPr/>
          <a:lstStyle/>
          <a:p>
            <a:fld id="{36F9D7B3-37C0-4CFD-91FC-8F5FE29E3B02}" type="slidenum">
              <a:t>‹#›</a:t>
            </a:fld>
            <a:endParaRPr/>
          </a:p>
        </p:txBody>
      </p:sp>
      <p:sp>
        <p:nvSpPr>
          <p:cNvPr id="4" name="PlaceHolder 3"/>
          <p:cNvSpPr>
            <a:spLocks noGrp="1"/>
          </p:cNvSpPr>
          <p:nvPr>
            <p:ph type="dt" idx="28"/>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lstStyle/>
          <a:p>
            <a:r>
              <a:t>Footer</a:t>
            </a:r>
          </a:p>
        </p:txBody>
      </p:sp>
      <p:sp>
        <p:nvSpPr>
          <p:cNvPr id="3" name="PlaceHolder 2"/>
          <p:cNvSpPr>
            <a:spLocks noGrp="1"/>
          </p:cNvSpPr>
          <p:nvPr>
            <p:ph type="sldNum" idx="33"/>
          </p:nvPr>
        </p:nvSpPr>
        <p:spPr/>
        <p:txBody>
          <a:bodyPr/>
          <a:lstStyle/>
          <a:p>
            <a:fld id="{E71C7D98-94B0-46E6-AD13-B5EAF86A1FBA}" type="slidenum">
              <a:t>‹#›</a:t>
            </a:fld>
            <a:endParaRPr/>
          </a:p>
        </p:txBody>
      </p:sp>
      <p:sp>
        <p:nvSpPr>
          <p:cNvPr id="4" name="PlaceHolder 3"/>
          <p:cNvSpPr>
            <a:spLocks noGrp="1"/>
          </p:cNvSpPr>
          <p:nvPr>
            <p:ph type="dt" idx="31"/>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p>
            <a:pPr indent="0" algn="ctr" defTabSz="914400">
              <a:lnSpc>
                <a:spcPct val="90000"/>
              </a:lnSpc>
              <a:buNone/>
            </a:pPr>
            <a:r>
              <a:rPr lang="en-US" sz="6000" b="0" strike="noStrike" spc="-1">
                <a:solidFill>
                  <a:schemeClr val="dk1"/>
                </a:solidFill>
                <a:latin typeface="Aptos Display"/>
              </a:rPr>
              <a:t>Click to edit Master title style</a:t>
            </a:r>
            <a:endParaRPr lang="en-US" sz="6000" b="0" strike="noStrike" spc="-1">
              <a:solidFill>
                <a:schemeClr val="dk1"/>
              </a:solidFill>
              <a:latin typeface="Aptos"/>
            </a:endParaRPr>
          </a:p>
        </p:txBody>
      </p:sp>
      <p:sp>
        <p:nvSpPr>
          <p:cNvPr id="6"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82000"/>
                  </a:schemeClr>
                </a:solidFill>
                <a:latin typeface="Aptos"/>
              </a:defRPr>
            </a:lvl1pPr>
          </a:lstStyle>
          <a:p>
            <a:pPr indent="0" defTabSz="914400">
              <a:lnSpc>
                <a:spcPct val="100000"/>
              </a:lnSpc>
              <a:buNone/>
            </a:pPr>
            <a:r>
              <a:rPr lang="en-US" sz="1200" b="0" strike="noStrike" spc="-1">
                <a:solidFill>
                  <a:schemeClr val="dk1">
                    <a:tint val="82000"/>
                  </a:schemeClr>
                </a:solidFill>
                <a:latin typeface="Aptos"/>
              </a:rPr>
              <a:t> </a:t>
            </a:r>
            <a:endParaRPr lang="en-US" sz="1200" b="0" strike="noStrike" spc="-1">
              <a:solidFill>
                <a:srgbClr val="000000"/>
              </a:solidFill>
              <a:latin typeface="Times New Roman"/>
            </a:endParaRPr>
          </a:p>
        </p:txBody>
      </p:sp>
      <p:sp>
        <p:nvSpPr>
          <p:cNvPr id="2"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 </a:t>
            </a:r>
          </a:p>
        </p:txBody>
      </p:sp>
      <p:sp>
        <p:nvSpPr>
          <p:cNvPr id="3"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82000"/>
                  </a:schemeClr>
                </a:solidFill>
                <a:latin typeface="Aptos"/>
              </a:defRPr>
            </a:lvl1pPr>
          </a:lstStyle>
          <a:p>
            <a:pPr indent="0" algn="r" defTabSz="914400">
              <a:lnSpc>
                <a:spcPct val="100000"/>
              </a:lnSpc>
              <a:buNone/>
            </a:pPr>
            <a:fld id="{2444C6BC-D080-4463-9BC3-5292C8C75E2A}"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strike="noStrike" spc="-1">
                <a:solidFill>
                  <a:schemeClr val="dk1"/>
                </a:solidFill>
                <a:latin typeface="Aptos"/>
              </a:rPr>
              <a:t>Click to edit the outline text format</a:t>
            </a:r>
          </a:p>
          <a:p>
            <a:pPr marL="864000" lvl="1" indent="-324000">
              <a:lnSpc>
                <a:spcPct val="90000"/>
              </a:lnSpc>
              <a:spcBef>
                <a:spcPts val="1134"/>
              </a:spcBef>
              <a:buClr>
                <a:srgbClr val="000000"/>
              </a:buClr>
              <a:buSzPct val="75000"/>
              <a:buFont typeface="Symbol" charset="2"/>
              <a:buChar char=""/>
            </a:pPr>
            <a:r>
              <a:rPr lang="en-US" sz="2000" b="0" strike="noStrike" spc="-1">
                <a:solidFill>
                  <a:schemeClr val="dk1"/>
                </a:solidFill>
                <a:latin typeface="Aptos"/>
              </a:rPr>
              <a:t>Second Outline Level</a:t>
            </a:r>
          </a:p>
          <a:p>
            <a:pPr marL="1296000" lvl="2" indent="-288000">
              <a:lnSpc>
                <a:spcPct val="90000"/>
              </a:lnSpc>
              <a:spcBef>
                <a:spcPts val="850"/>
              </a:spcBef>
              <a:buClr>
                <a:srgbClr val="000000"/>
              </a:buClr>
              <a:buSzPct val="45000"/>
              <a:buFont typeface="Wingdings" charset="2"/>
              <a:buChar char=""/>
            </a:pPr>
            <a:r>
              <a:rPr lang="en-US" sz="1800" b="0" strike="noStrike" spc="-1">
                <a:solidFill>
                  <a:schemeClr val="dk1"/>
                </a:solidFill>
                <a:latin typeface="Aptos"/>
              </a:rPr>
              <a:t>Third Outline Level</a:t>
            </a:r>
          </a:p>
          <a:p>
            <a:pPr marL="1728000" lvl="3" indent="-216000">
              <a:lnSpc>
                <a:spcPct val="90000"/>
              </a:lnSpc>
              <a:spcBef>
                <a:spcPts val="567"/>
              </a:spcBef>
              <a:buClr>
                <a:srgbClr val="000000"/>
              </a:buClr>
              <a:buSzPct val="75000"/>
              <a:buFont typeface="Symbol" charset="2"/>
              <a:buChar char=""/>
            </a:pPr>
            <a:r>
              <a:rPr lang="en-US" sz="1800" b="0" strike="noStrike" spc="-1">
                <a:solidFill>
                  <a:schemeClr val="dk1"/>
                </a:solidFill>
                <a:latin typeface="Aptos"/>
              </a:rPr>
              <a:t>Fourth Outline Level</a:t>
            </a:r>
          </a:p>
          <a:p>
            <a:pPr marL="2160000" lvl="4" indent="-216000">
              <a:lnSpc>
                <a:spcPct val="90000"/>
              </a:lnSpc>
              <a:spcBef>
                <a:spcPts val="283"/>
              </a:spcBef>
              <a:buClr>
                <a:srgbClr val="000000"/>
              </a:buClr>
              <a:buSzPct val="45000"/>
              <a:buFont typeface="Wingdings" charset="2"/>
              <a:buChar char=""/>
            </a:pPr>
            <a:r>
              <a:rPr lang="en-US" sz="2000" b="0" strike="noStrike" spc="-1">
                <a:solidFill>
                  <a:schemeClr val="dk1"/>
                </a:solidFill>
                <a:latin typeface="Aptos"/>
              </a:rPr>
              <a:t>Fifth Outline Level</a:t>
            </a:r>
          </a:p>
          <a:p>
            <a:pPr marL="2592000" lvl="5" indent="-216000">
              <a:lnSpc>
                <a:spcPct val="90000"/>
              </a:lnSpc>
              <a:spcBef>
                <a:spcPts val="283"/>
              </a:spcBef>
              <a:buClr>
                <a:srgbClr val="000000"/>
              </a:buClr>
              <a:buSzPct val="45000"/>
              <a:buFont typeface="Wingdings" charset="2"/>
              <a:buChar char=""/>
            </a:pPr>
            <a:r>
              <a:rPr lang="en-US" sz="2000" b="0" strike="noStrike" spc="-1">
                <a:solidFill>
                  <a:schemeClr val="dk1"/>
                </a:solidFill>
                <a:latin typeface="Aptos"/>
              </a:rPr>
              <a:t>Sixth Outline Level</a:t>
            </a:r>
          </a:p>
          <a:p>
            <a:pPr marL="3024000" lvl="6" indent="-216000">
              <a:lnSpc>
                <a:spcPct val="90000"/>
              </a:lnSpc>
              <a:spcBef>
                <a:spcPts val="283"/>
              </a:spcBef>
              <a:buClr>
                <a:srgbClr val="000000"/>
              </a:buClr>
              <a:buSzPct val="45000"/>
              <a:buFont typeface="Wingdings" charset="2"/>
              <a:buChar char=""/>
            </a:pPr>
            <a:r>
              <a:rPr lang="en-US" sz="2000" b="0" strike="noStrike" spc="-1">
                <a:solidFill>
                  <a:schemeClr val="dk1"/>
                </a:solidFill>
                <a:latin typeface="Aptos"/>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a:solidFill>
                  <a:schemeClr val="dk1"/>
                </a:solidFill>
                <a:latin typeface="Aptos Display"/>
              </a:rPr>
              <a:t>Click to edit Master title style</a:t>
            </a:r>
            <a:endParaRPr lang="en-US" sz="4400" b="0" strike="noStrike" spc="-1">
              <a:solidFill>
                <a:schemeClr val="dk1"/>
              </a:solidFill>
              <a:latin typeface="Aptos"/>
            </a:endParaRPr>
          </a:p>
        </p:txBody>
      </p:sp>
      <p:sp>
        <p:nvSpPr>
          <p:cNvPr id="8" name="PlaceHolder 2"/>
          <p:cNvSpPr>
            <a:spLocks noGrp="1"/>
          </p:cNvSpPr>
          <p:nvPr>
            <p:ph type="body"/>
          </p:nvPr>
        </p:nvSpPr>
        <p:spPr>
          <a:xfrm>
            <a:off x="838080" y="1825560"/>
            <a:ext cx="10515240" cy="4350960"/>
          </a:xfrm>
          <a:prstGeom prst="rect">
            <a:avLst/>
          </a:prstGeom>
          <a:noFill/>
          <a:ln w="0">
            <a:noFill/>
          </a:ln>
        </p:spPr>
        <p:txBody>
          <a:bodyPr vert="eaVert"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Click to edit Master text styles</a:t>
            </a:r>
          </a:p>
          <a:p>
            <a:pPr marL="685800" lvl="1" indent="-228600" defTabSz="914400">
              <a:lnSpc>
                <a:spcPct val="90000"/>
              </a:lnSpc>
              <a:spcBef>
                <a:spcPts val="499"/>
              </a:spcBef>
              <a:buClr>
                <a:srgbClr val="000000"/>
              </a:buClr>
              <a:buFont typeface="Arial"/>
              <a:buChar char="•"/>
            </a:pPr>
            <a:r>
              <a:rPr lang="en-US" sz="2400" b="0" strike="noStrike" spc="-1">
                <a:solidFill>
                  <a:schemeClr val="dk1"/>
                </a:solidFill>
                <a:latin typeface="Aptos"/>
              </a:rPr>
              <a:t>Second level</a:t>
            </a:r>
          </a:p>
          <a:p>
            <a:pPr marL="1143000" lvl="2" indent="-228600" defTabSz="914400">
              <a:lnSpc>
                <a:spcPct val="90000"/>
              </a:lnSpc>
              <a:spcBef>
                <a:spcPts val="499"/>
              </a:spcBef>
              <a:buClr>
                <a:srgbClr val="000000"/>
              </a:buClr>
              <a:buFont typeface="Arial"/>
              <a:buChar char="•"/>
            </a:pPr>
            <a:r>
              <a:rPr lang="en-US" sz="2000" b="0" strike="noStrike" spc="-1">
                <a:solidFill>
                  <a:schemeClr val="dk1"/>
                </a:solidFill>
                <a:latin typeface="Aptos"/>
              </a:rPr>
              <a:t>Third level</a:t>
            </a:r>
          </a:p>
          <a:p>
            <a:pPr marL="1600200" lvl="3"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Fourth level</a:t>
            </a:r>
          </a:p>
          <a:p>
            <a:pPr marL="2057400" lvl="4"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Fifth level</a:t>
            </a:r>
          </a:p>
        </p:txBody>
      </p:sp>
      <p:sp>
        <p:nvSpPr>
          <p:cNvPr id="9"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82000"/>
                  </a:schemeClr>
                </a:solidFill>
                <a:latin typeface="Aptos"/>
              </a:defRPr>
            </a:lvl1pPr>
          </a:lstStyle>
          <a:p>
            <a:pPr indent="0" defTabSz="914400">
              <a:lnSpc>
                <a:spcPct val="100000"/>
              </a:lnSpc>
              <a:buNone/>
            </a:pPr>
            <a:r>
              <a:rPr lang="en-US" sz="1200" b="0" strike="noStrike" spc="-1">
                <a:solidFill>
                  <a:schemeClr val="dk1">
                    <a:tint val="82000"/>
                  </a:schemeClr>
                </a:solidFill>
                <a:latin typeface="Aptos"/>
              </a:rPr>
              <a:t>&lt;date/time&gt;</a:t>
            </a:r>
            <a:endParaRPr lang="en-US" sz="1200" b="0" strike="noStrike" spc="-1">
              <a:solidFill>
                <a:srgbClr val="000000"/>
              </a:solidFill>
              <a:latin typeface="Times New Roman"/>
            </a:endParaRPr>
          </a:p>
        </p:txBody>
      </p:sp>
      <p:sp>
        <p:nvSpPr>
          <p:cNvPr id="10"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1"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82000"/>
                  </a:schemeClr>
                </a:solidFill>
                <a:latin typeface="Aptos"/>
              </a:defRPr>
            </a:lvl1pPr>
          </a:lstStyle>
          <a:p>
            <a:pPr indent="0" algn="r" defTabSz="914400">
              <a:lnSpc>
                <a:spcPct val="100000"/>
              </a:lnSpc>
              <a:buNone/>
            </a:pPr>
            <a:fld id="{D1D81109-214E-4C8E-9B93-AF4E6B6A6B4A}"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724960" y="365040"/>
            <a:ext cx="2628720" cy="5811480"/>
          </a:xfrm>
          <a:prstGeom prst="rect">
            <a:avLst/>
          </a:prstGeom>
          <a:noFill/>
          <a:ln w="0">
            <a:noFill/>
          </a:ln>
        </p:spPr>
        <p:txBody>
          <a:bodyPr vert="eaVert" lIns="91440" tIns="45720" rIns="91440" bIns="45720" anchor="ctr">
            <a:noAutofit/>
          </a:bodyPr>
          <a:lstStyle/>
          <a:p>
            <a:pPr indent="0" defTabSz="914400">
              <a:lnSpc>
                <a:spcPct val="90000"/>
              </a:lnSpc>
              <a:buNone/>
            </a:pPr>
            <a:r>
              <a:rPr lang="en-US" sz="4400" b="0" strike="noStrike" spc="-1">
                <a:solidFill>
                  <a:schemeClr val="dk1"/>
                </a:solidFill>
                <a:latin typeface="Aptos Display"/>
              </a:rPr>
              <a:t>Click to edit Master title style</a:t>
            </a:r>
            <a:endParaRPr lang="en-US" sz="4400" b="0" strike="noStrike" spc="-1">
              <a:solidFill>
                <a:schemeClr val="dk1"/>
              </a:solidFill>
              <a:latin typeface="Aptos"/>
            </a:endParaRPr>
          </a:p>
        </p:txBody>
      </p:sp>
      <p:sp>
        <p:nvSpPr>
          <p:cNvPr id="13" name="PlaceHolder 2"/>
          <p:cNvSpPr>
            <a:spLocks noGrp="1"/>
          </p:cNvSpPr>
          <p:nvPr>
            <p:ph type="body"/>
          </p:nvPr>
        </p:nvSpPr>
        <p:spPr>
          <a:xfrm>
            <a:off x="838080" y="365040"/>
            <a:ext cx="7733880" cy="5811480"/>
          </a:xfrm>
          <a:prstGeom prst="rect">
            <a:avLst/>
          </a:prstGeom>
          <a:noFill/>
          <a:ln w="0">
            <a:noFill/>
          </a:ln>
        </p:spPr>
        <p:txBody>
          <a:bodyPr vert="eaVert"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Click to edit Master text styles</a:t>
            </a:r>
          </a:p>
          <a:p>
            <a:pPr marL="685800" lvl="1" indent="-228600" defTabSz="914400">
              <a:lnSpc>
                <a:spcPct val="90000"/>
              </a:lnSpc>
              <a:spcBef>
                <a:spcPts val="499"/>
              </a:spcBef>
              <a:buClr>
                <a:srgbClr val="000000"/>
              </a:buClr>
              <a:buFont typeface="Arial"/>
              <a:buChar char="•"/>
            </a:pPr>
            <a:r>
              <a:rPr lang="en-US" sz="2400" b="0" strike="noStrike" spc="-1">
                <a:solidFill>
                  <a:schemeClr val="dk1"/>
                </a:solidFill>
                <a:latin typeface="Aptos"/>
              </a:rPr>
              <a:t>Second level</a:t>
            </a:r>
          </a:p>
          <a:p>
            <a:pPr marL="1143000" lvl="2" indent="-228600" defTabSz="914400">
              <a:lnSpc>
                <a:spcPct val="90000"/>
              </a:lnSpc>
              <a:spcBef>
                <a:spcPts val="499"/>
              </a:spcBef>
              <a:buClr>
                <a:srgbClr val="000000"/>
              </a:buClr>
              <a:buFont typeface="Arial"/>
              <a:buChar char="•"/>
            </a:pPr>
            <a:r>
              <a:rPr lang="en-US" sz="2000" b="0" strike="noStrike" spc="-1">
                <a:solidFill>
                  <a:schemeClr val="dk1"/>
                </a:solidFill>
                <a:latin typeface="Aptos"/>
              </a:rPr>
              <a:t>Third level</a:t>
            </a:r>
          </a:p>
          <a:p>
            <a:pPr marL="1600200" lvl="3"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Fourth level</a:t>
            </a:r>
          </a:p>
          <a:p>
            <a:pPr marL="2057400" lvl="4"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Fifth level</a:t>
            </a:r>
          </a:p>
        </p:txBody>
      </p:sp>
      <p:sp>
        <p:nvSpPr>
          <p:cNvPr id="14"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82000"/>
                  </a:schemeClr>
                </a:solidFill>
                <a:latin typeface="Aptos"/>
              </a:defRPr>
            </a:lvl1pPr>
          </a:lstStyle>
          <a:p>
            <a:pPr indent="0" defTabSz="914400">
              <a:lnSpc>
                <a:spcPct val="100000"/>
              </a:lnSpc>
              <a:buNone/>
            </a:pPr>
            <a:r>
              <a:rPr lang="en-US" sz="1200" b="0" strike="noStrike" spc="-1">
                <a:solidFill>
                  <a:schemeClr val="dk1">
                    <a:tint val="82000"/>
                  </a:schemeClr>
                </a:solidFill>
                <a:latin typeface="Aptos"/>
              </a:rPr>
              <a:t>&lt;date/time&gt;</a:t>
            </a:r>
            <a:endParaRPr lang="en-US" sz="1200" b="0" strike="noStrike" spc="-1">
              <a:solidFill>
                <a:srgbClr val="000000"/>
              </a:solidFill>
              <a:latin typeface="Times New Roman"/>
            </a:endParaRPr>
          </a:p>
        </p:txBody>
      </p:sp>
      <p:sp>
        <p:nvSpPr>
          <p:cNvPr id="15"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6"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82000"/>
                  </a:schemeClr>
                </a:solidFill>
                <a:latin typeface="Aptos"/>
              </a:defRPr>
            </a:lvl1pPr>
          </a:lstStyle>
          <a:p>
            <a:pPr indent="0" algn="r" defTabSz="914400">
              <a:lnSpc>
                <a:spcPct val="100000"/>
              </a:lnSpc>
              <a:buNone/>
            </a:pPr>
            <a:fld id="{DC31FAB3-E451-4369-99A2-ECE28B48D4A2}"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a:solidFill>
                  <a:schemeClr val="dk1"/>
                </a:solidFill>
                <a:latin typeface="Aptos Display"/>
              </a:rPr>
              <a:t>Click to edit Master title style</a:t>
            </a:r>
            <a:endParaRPr lang="en-US" sz="4400" b="0" strike="noStrike" spc="-1">
              <a:solidFill>
                <a:schemeClr val="dk1"/>
              </a:solidFill>
              <a:latin typeface="Aptos"/>
            </a:endParaRPr>
          </a:p>
        </p:txBody>
      </p:sp>
      <p:sp>
        <p:nvSpPr>
          <p:cNvPr id="18"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Click to edit Master text styles</a:t>
            </a:r>
          </a:p>
          <a:p>
            <a:pPr marL="685800" lvl="1" indent="-228600" defTabSz="914400">
              <a:lnSpc>
                <a:spcPct val="90000"/>
              </a:lnSpc>
              <a:spcBef>
                <a:spcPts val="499"/>
              </a:spcBef>
              <a:buClr>
                <a:srgbClr val="000000"/>
              </a:buClr>
              <a:buFont typeface="Arial"/>
              <a:buChar char="•"/>
            </a:pPr>
            <a:r>
              <a:rPr lang="en-US" sz="2400" b="0" strike="noStrike" spc="-1">
                <a:solidFill>
                  <a:schemeClr val="dk1"/>
                </a:solidFill>
                <a:latin typeface="Aptos"/>
              </a:rPr>
              <a:t>Second level</a:t>
            </a:r>
          </a:p>
          <a:p>
            <a:pPr marL="1143000" lvl="2" indent="-228600" defTabSz="914400">
              <a:lnSpc>
                <a:spcPct val="90000"/>
              </a:lnSpc>
              <a:spcBef>
                <a:spcPts val="499"/>
              </a:spcBef>
              <a:buClr>
                <a:srgbClr val="000000"/>
              </a:buClr>
              <a:buFont typeface="Arial"/>
              <a:buChar char="•"/>
            </a:pPr>
            <a:r>
              <a:rPr lang="en-US" sz="2000" b="0" strike="noStrike" spc="-1">
                <a:solidFill>
                  <a:schemeClr val="dk1"/>
                </a:solidFill>
                <a:latin typeface="Aptos"/>
              </a:rPr>
              <a:t>Third level</a:t>
            </a:r>
          </a:p>
          <a:p>
            <a:pPr marL="1600200" lvl="3"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Fourth level</a:t>
            </a:r>
          </a:p>
          <a:p>
            <a:pPr marL="2057400" lvl="4"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Fifth level</a:t>
            </a:r>
          </a:p>
        </p:txBody>
      </p:sp>
      <p:sp>
        <p:nvSpPr>
          <p:cNvPr id="19"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82000"/>
                  </a:schemeClr>
                </a:solidFill>
                <a:latin typeface="Aptos"/>
              </a:defRPr>
            </a:lvl1pPr>
          </a:lstStyle>
          <a:p>
            <a:pPr indent="0" defTabSz="914400">
              <a:lnSpc>
                <a:spcPct val="100000"/>
              </a:lnSpc>
              <a:buNone/>
            </a:pPr>
            <a:r>
              <a:rPr lang="en-US" sz="1200" b="0" strike="noStrike" spc="-1">
                <a:solidFill>
                  <a:schemeClr val="dk1">
                    <a:tint val="82000"/>
                  </a:schemeClr>
                </a:solidFill>
                <a:latin typeface="Aptos"/>
              </a:rPr>
              <a:t>&lt;date/time&gt;</a:t>
            </a:r>
            <a:endParaRPr lang="en-US" sz="1200" b="0" strike="noStrike" spc="-1">
              <a:solidFill>
                <a:srgbClr val="000000"/>
              </a:solidFill>
              <a:latin typeface="Times New Roman"/>
            </a:endParaRPr>
          </a:p>
        </p:txBody>
      </p:sp>
      <p:sp>
        <p:nvSpPr>
          <p:cNvPr id="20"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21"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82000"/>
                  </a:schemeClr>
                </a:solidFill>
                <a:latin typeface="Aptos"/>
              </a:defRPr>
            </a:lvl1pPr>
          </a:lstStyle>
          <a:p>
            <a:pPr indent="0" algn="r" defTabSz="914400">
              <a:lnSpc>
                <a:spcPct val="100000"/>
              </a:lnSpc>
              <a:buNone/>
            </a:pPr>
            <a:fld id="{7E974693-3076-4C8F-8104-214DC6EB0657}"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p>
            <a:pPr indent="0" defTabSz="914400">
              <a:lnSpc>
                <a:spcPct val="90000"/>
              </a:lnSpc>
              <a:buNone/>
            </a:pPr>
            <a:r>
              <a:rPr lang="en-US" sz="6000" b="0" strike="noStrike" spc="-1">
                <a:solidFill>
                  <a:schemeClr val="dk1"/>
                </a:solidFill>
                <a:latin typeface="Aptos Display"/>
              </a:rPr>
              <a:t>Click to edit Master title style</a:t>
            </a:r>
            <a:endParaRPr lang="en-US" sz="6000" b="0" strike="noStrike" spc="-1">
              <a:solidFill>
                <a:schemeClr val="dk1"/>
              </a:solidFill>
              <a:latin typeface="Aptos"/>
            </a:endParaRPr>
          </a:p>
        </p:txBody>
      </p:sp>
      <p:sp>
        <p:nvSpPr>
          <p:cNvPr id="25"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2400" b="0" strike="noStrike" spc="-1">
                <a:solidFill>
                  <a:schemeClr val="dk1">
                    <a:tint val="82000"/>
                  </a:schemeClr>
                </a:solidFill>
                <a:latin typeface="Aptos"/>
              </a:rPr>
              <a:t>Click to edit Master text styles</a:t>
            </a:r>
            <a:endParaRPr lang="en-US" sz="2400" b="0" strike="noStrike" spc="-1">
              <a:solidFill>
                <a:schemeClr val="dk1"/>
              </a:solidFill>
              <a:latin typeface="Aptos"/>
            </a:endParaRPr>
          </a:p>
        </p:txBody>
      </p:sp>
      <p:sp>
        <p:nvSpPr>
          <p:cNvPr id="26"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82000"/>
                  </a:schemeClr>
                </a:solidFill>
                <a:latin typeface="Aptos"/>
              </a:defRPr>
            </a:lvl1pPr>
          </a:lstStyle>
          <a:p>
            <a:pPr indent="0" defTabSz="914400">
              <a:lnSpc>
                <a:spcPct val="100000"/>
              </a:lnSpc>
              <a:buNone/>
            </a:pPr>
            <a:r>
              <a:rPr lang="en-US" sz="1200" b="0" strike="noStrike" spc="-1">
                <a:solidFill>
                  <a:schemeClr val="dk1">
                    <a:tint val="82000"/>
                  </a:schemeClr>
                </a:solidFill>
                <a:latin typeface="Aptos"/>
              </a:rPr>
              <a:t>&lt;date/time&gt;</a:t>
            </a:r>
            <a:endParaRPr lang="en-US" sz="1200" b="0" strike="noStrike" spc="-1">
              <a:solidFill>
                <a:srgbClr val="000000"/>
              </a:solidFill>
              <a:latin typeface="Times New Roman"/>
            </a:endParaRPr>
          </a:p>
        </p:txBody>
      </p:sp>
      <p:sp>
        <p:nvSpPr>
          <p:cNvPr id="27"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28"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82000"/>
                  </a:schemeClr>
                </a:solidFill>
                <a:latin typeface="Aptos"/>
              </a:defRPr>
            </a:lvl1pPr>
          </a:lstStyle>
          <a:p>
            <a:pPr indent="0" algn="r" defTabSz="914400">
              <a:lnSpc>
                <a:spcPct val="100000"/>
              </a:lnSpc>
              <a:buNone/>
            </a:pPr>
            <a:fld id="{67EE38E9-B8E3-453A-B6E9-2208B5DD010E}"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a:solidFill>
                  <a:schemeClr val="dk1"/>
                </a:solidFill>
                <a:latin typeface="Aptos Display"/>
              </a:rPr>
              <a:t>Click to edit Master title style</a:t>
            </a:r>
            <a:endParaRPr lang="en-US" sz="4400" b="0" strike="noStrike" spc="-1">
              <a:solidFill>
                <a:schemeClr val="dk1"/>
              </a:solidFill>
              <a:latin typeface="Aptos"/>
            </a:endParaRPr>
          </a:p>
        </p:txBody>
      </p:sp>
      <p:sp>
        <p:nvSpPr>
          <p:cNvPr id="30"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Click to edit Master text styles</a:t>
            </a:r>
          </a:p>
          <a:p>
            <a:pPr marL="685800" lvl="1" indent="-228600" defTabSz="914400">
              <a:lnSpc>
                <a:spcPct val="90000"/>
              </a:lnSpc>
              <a:spcBef>
                <a:spcPts val="499"/>
              </a:spcBef>
              <a:buClr>
                <a:srgbClr val="000000"/>
              </a:buClr>
              <a:buFont typeface="Arial"/>
              <a:buChar char="•"/>
            </a:pPr>
            <a:r>
              <a:rPr lang="en-US" sz="2400" b="0" strike="noStrike" spc="-1">
                <a:solidFill>
                  <a:schemeClr val="dk1"/>
                </a:solidFill>
                <a:latin typeface="Aptos"/>
              </a:rPr>
              <a:t>Second level</a:t>
            </a:r>
          </a:p>
          <a:p>
            <a:pPr marL="1143000" lvl="2" indent="-228600" defTabSz="914400">
              <a:lnSpc>
                <a:spcPct val="90000"/>
              </a:lnSpc>
              <a:spcBef>
                <a:spcPts val="499"/>
              </a:spcBef>
              <a:buClr>
                <a:srgbClr val="000000"/>
              </a:buClr>
              <a:buFont typeface="Arial"/>
              <a:buChar char="•"/>
            </a:pPr>
            <a:r>
              <a:rPr lang="en-US" sz="2000" b="0" strike="noStrike" spc="-1">
                <a:solidFill>
                  <a:schemeClr val="dk1"/>
                </a:solidFill>
                <a:latin typeface="Aptos"/>
              </a:rPr>
              <a:t>Third level</a:t>
            </a:r>
          </a:p>
          <a:p>
            <a:pPr marL="1600200" lvl="3"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Fourth level</a:t>
            </a:r>
          </a:p>
          <a:p>
            <a:pPr marL="2057400" lvl="4"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Fifth level</a:t>
            </a:r>
          </a:p>
        </p:txBody>
      </p:sp>
      <p:sp>
        <p:nvSpPr>
          <p:cNvPr id="31"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Click to edit Master text styles</a:t>
            </a:r>
          </a:p>
          <a:p>
            <a:pPr marL="685800" lvl="1" indent="-228600" defTabSz="914400">
              <a:lnSpc>
                <a:spcPct val="90000"/>
              </a:lnSpc>
              <a:spcBef>
                <a:spcPts val="499"/>
              </a:spcBef>
              <a:buClr>
                <a:srgbClr val="000000"/>
              </a:buClr>
              <a:buFont typeface="Arial"/>
              <a:buChar char="•"/>
            </a:pPr>
            <a:r>
              <a:rPr lang="en-US" sz="2400" b="0" strike="noStrike" spc="-1">
                <a:solidFill>
                  <a:schemeClr val="dk1"/>
                </a:solidFill>
                <a:latin typeface="Aptos"/>
              </a:rPr>
              <a:t>Second level</a:t>
            </a:r>
          </a:p>
          <a:p>
            <a:pPr marL="1143000" lvl="2" indent="-228600" defTabSz="914400">
              <a:lnSpc>
                <a:spcPct val="90000"/>
              </a:lnSpc>
              <a:spcBef>
                <a:spcPts val="499"/>
              </a:spcBef>
              <a:buClr>
                <a:srgbClr val="000000"/>
              </a:buClr>
              <a:buFont typeface="Arial"/>
              <a:buChar char="•"/>
            </a:pPr>
            <a:r>
              <a:rPr lang="en-US" sz="2000" b="0" strike="noStrike" spc="-1">
                <a:solidFill>
                  <a:schemeClr val="dk1"/>
                </a:solidFill>
                <a:latin typeface="Aptos"/>
              </a:rPr>
              <a:t>Third level</a:t>
            </a:r>
          </a:p>
          <a:p>
            <a:pPr marL="1600200" lvl="3"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Fourth level</a:t>
            </a:r>
          </a:p>
          <a:p>
            <a:pPr marL="2057400" lvl="4"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Fifth level</a:t>
            </a:r>
          </a:p>
        </p:txBody>
      </p:sp>
      <p:sp>
        <p:nvSpPr>
          <p:cNvPr id="32"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82000"/>
                  </a:schemeClr>
                </a:solidFill>
                <a:latin typeface="Aptos"/>
              </a:defRPr>
            </a:lvl1pPr>
          </a:lstStyle>
          <a:p>
            <a:pPr indent="0" defTabSz="914400">
              <a:lnSpc>
                <a:spcPct val="100000"/>
              </a:lnSpc>
              <a:buNone/>
            </a:pPr>
            <a:r>
              <a:rPr lang="en-US" sz="1200" b="0" strike="noStrike" spc="-1">
                <a:solidFill>
                  <a:schemeClr val="dk1">
                    <a:tint val="82000"/>
                  </a:schemeClr>
                </a:solidFill>
                <a:latin typeface="Aptos"/>
              </a:rPr>
              <a:t>&lt;date/time&gt;</a:t>
            </a:r>
            <a:endParaRPr lang="en-US" sz="1200" b="0" strike="noStrike" spc="-1">
              <a:solidFill>
                <a:srgbClr val="000000"/>
              </a:solidFill>
              <a:latin typeface="Times New Roman"/>
            </a:endParaRPr>
          </a:p>
        </p:txBody>
      </p:sp>
      <p:sp>
        <p:nvSpPr>
          <p:cNvPr id="33"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34"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82000"/>
                  </a:schemeClr>
                </a:solidFill>
                <a:latin typeface="Aptos"/>
              </a:defRPr>
            </a:lvl1pPr>
          </a:lstStyle>
          <a:p>
            <a:pPr indent="0" algn="r" defTabSz="914400">
              <a:lnSpc>
                <a:spcPct val="100000"/>
              </a:lnSpc>
              <a:buNone/>
            </a:pPr>
            <a:fld id="{12AD8C44-42D2-4346-B510-28510FDD70AC}"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a:solidFill>
                  <a:schemeClr val="dk1"/>
                </a:solidFill>
                <a:latin typeface="Aptos Display"/>
              </a:rPr>
              <a:t>Click to edit Master title style</a:t>
            </a:r>
            <a:endParaRPr lang="en-US" sz="4400" b="0" strike="noStrike" spc="-1">
              <a:solidFill>
                <a:schemeClr val="dk1"/>
              </a:solidFill>
              <a:latin typeface="Aptos"/>
            </a:endParaRPr>
          </a:p>
        </p:txBody>
      </p:sp>
      <p:sp>
        <p:nvSpPr>
          <p:cNvPr id="39"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n-US" sz="2400" b="1" strike="noStrike" spc="-1">
                <a:solidFill>
                  <a:schemeClr val="dk1"/>
                </a:solidFill>
                <a:latin typeface="Aptos"/>
              </a:rPr>
              <a:t>Click to edit Master text styles</a:t>
            </a:r>
            <a:endParaRPr lang="en-US" sz="2400" b="0" strike="noStrike" spc="-1">
              <a:solidFill>
                <a:schemeClr val="dk1"/>
              </a:solidFill>
              <a:latin typeface="Aptos"/>
            </a:endParaRPr>
          </a:p>
        </p:txBody>
      </p:sp>
      <p:sp>
        <p:nvSpPr>
          <p:cNvPr id="40"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Click to edit Master text styles</a:t>
            </a:r>
          </a:p>
          <a:p>
            <a:pPr marL="685800" lvl="1" indent="-228600" defTabSz="914400">
              <a:lnSpc>
                <a:spcPct val="90000"/>
              </a:lnSpc>
              <a:spcBef>
                <a:spcPts val="499"/>
              </a:spcBef>
              <a:buClr>
                <a:srgbClr val="000000"/>
              </a:buClr>
              <a:buFont typeface="Arial"/>
              <a:buChar char="•"/>
            </a:pPr>
            <a:r>
              <a:rPr lang="en-US" sz="2400" b="0" strike="noStrike" spc="-1">
                <a:solidFill>
                  <a:schemeClr val="dk1"/>
                </a:solidFill>
                <a:latin typeface="Aptos"/>
              </a:rPr>
              <a:t>Second level</a:t>
            </a:r>
          </a:p>
          <a:p>
            <a:pPr marL="1143000" lvl="2" indent="-228600" defTabSz="914400">
              <a:lnSpc>
                <a:spcPct val="90000"/>
              </a:lnSpc>
              <a:spcBef>
                <a:spcPts val="499"/>
              </a:spcBef>
              <a:buClr>
                <a:srgbClr val="000000"/>
              </a:buClr>
              <a:buFont typeface="Arial"/>
              <a:buChar char="•"/>
            </a:pPr>
            <a:r>
              <a:rPr lang="en-US" sz="2000" b="0" strike="noStrike" spc="-1">
                <a:solidFill>
                  <a:schemeClr val="dk1"/>
                </a:solidFill>
                <a:latin typeface="Aptos"/>
              </a:rPr>
              <a:t>Third level</a:t>
            </a:r>
          </a:p>
          <a:p>
            <a:pPr marL="1600200" lvl="3"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Fourth level</a:t>
            </a:r>
          </a:p>
          <a:p>
            <a:pPr marL="2057400" lvl="4"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Fifth level</a:t>
            </a:r>
          </a:p>
        </p:txBody>
      </p:sp>
      <p:sp>
        <p:nvSpPr>
          <p:cNvPr id="41"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n-US" sz="2400" b="1" strike="noStrike" spc="-1">
                <a:solidFill>
                  <a:schemeClr val="dk1"/>
                </a:solidFill>
                <a:latin typeface="Aptos"/>
              </a:rPr>
              <a:t>Click to edit Master text styles</a:t>
            </a:r>
            <a:endParaRPr lang="en-US" sz="2400" b="0" strike="noStrike" spc="-1">
              <a:solidFill>
                <a:schemeClr val="dk1"/>
              </a:solidFill>
              <a:latin typeface="Aptos"/>
            </a:endParaRPr>
          </a:p>
        </p:txBody>
      </p:sp>
      <p:sp>
        <p:nvSpPr>
          <p:cNvPr id="42"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Click to edit Master text styles</a:t>
            </a:r>
          </a:p>
          <a:p>
            <a:pPr marL="685800" lvl="1" indent="-228600" defTabSz="914400">
              <a:lnSpc>
                <a:spcPct val="90000"/>
              </a:lnSpc>
              <a:spcBef>
                <a:spcPts val="499"/>
              </a:spcBef>
              <a:buClr>
                <a:srgbClr val="000000"/>
              </a:buClr>
              <a:buFont typeface="Arial"/>
              <a:buChar char="•"/>
            </a:pPr>
            <a:r>
              <a:rPr lang="en-US" sz="2400" b="0" strike="noStrike" spc="-1">
                <a:solidFill>
                  <a:schemeClr val="dk1"/>
                </a:solidFill>
                <a:latin typeface="Aptos"/>
              </a:rPr>
              <a:t>Second level</a:t>
            </a:r>
          </a:p>
          <a:p>
            <a:pPr marL="1143000" lvl="2" indent="-228600" defTabSz="914400">
              <a:lnSpc>
                <a:spcPct val="90000"/>
              </a:lnSpc>
              <a:spcBef>
                <a:spcPts val="499"/>
              </a:spcBef>
              <a:buClr>
                <a:srgbClr val="000000"/>
              </a:buClr>
              <a:buFont typeface="Arial"/>
              <a:buChar char="•"/>
            </a:pPr>
            <a:r>
              <a:rPr lang="en-US" sz="2000" b="0" strike="noStrike" spc="-1">
                <a:solidFill>
                  <a:schemeClr val="dk1"/>
                </a:solidFill>
                <a:latin typeface="Aptos"/>
              </a:rPr>
              <a:t>Third level</a:t>
            </a:r>
          </a:p>
          <a:p>
            <a:pPr marL="1600200" lvl="3"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Fourth level</a:t>
            </a:r>
          </a:p>
          <a:p>
            <a:pPr marL="2057400" lvl="4"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Fifth level</a:t>
            </a:r>
          </a:p>
        </p:txBody>
      </p:sp>
      <p:sp>
        <p:nvSpPr>
          <p:cNvPr id="43"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82000"/>
                  </a:schemeClr>
                </a:solidFill>
                <a:latin typeface="Aptos"/>
              </a:defRPr>
            </a:lvl1pPr>
          </a:lstStyle>
          <a:p>
            <a:pPr indent="0" defTabSz="914400">
              <a:lnSpc>
                <a:spcPct val="100000"/>
              </a:lnSpc>
              <a:buNone/>
            </a:pPr>
            <a:r>
              <a:rPr lang="en-US" sz="1200" b="0" strike="noStrike" spc="-1">
                <a:solidFill>
                  <a:schemeClr val="dk1">
                    <a:tint val="82000"/>
                  </a:schemeClr>
                </a:solidFill>
                <a:latin typeface="Aptos"/>
              </a:rPr>
              <a:t>&lt;date/time&gt;</a:t>
            </a:r>
            <a:endParaRPr lang="en-US" sz="1200" b="0" strike="noStrike" spc="-1">
              <a:solidFill>
                <a:srgbClr val="000000"/>
              </a:solidFill>
              <a:latin typeface="Times New Roman"/>
            </a:endParaRPr>
          </a:p>
        </p:txBody>
      </p:sp>
      <p:sp>
        <p:nvSpPr>
          <p:cNvPr id="44"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45"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82000"/>
                  </a:schemeClr>
                </a:solidFill>
                <a:latin typeface="Aptos"/>
              </a:defRPr>
            </a:lvl1pPr>
          </a:lstStyle>
          <a:p>
            <a:pPr indent="0" algn="r" defTabSz="914400">
              <a:lnSpc>
                <a:spcPct val="100000"/>
              </a:lnSpc>
              <a:buNone/>
            </a:pPr>
            <a:fld id="{C0CC8464-8DD7-4CDE-927A-7FD7DF10D816}"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a:solidFill>
                  <a:schemeClr val="dk1"/>
                </a:solidFill>
                <a:latin typeface="Aptos Display"/>
              </a:rPr>
              <a:t>Click to edit Master title style</a:t>
            </a:r>
            <a:endParaRPr lang="en-US" sz="4400" b="0" strike="noStrike" spc="-1">
              <a:solidFill>
                <a:schemeClr val="dk1"/>
              </a:solidFill>
              <a:latin typeface="Aptos"/>
            </a:endParaRPr>
          </a:p>
        </p:txBody>
      </p:sp>
      <p:sp>
        <p:nvSpPr>
          <p:cNvPr id="47"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82000"/>
                  </a:schemeClr>
                </a:solidFill>
                <a:latin typeface="Aptos"/>
              </a:defRPr>
            </a:lvl1pPr>
          </a:lstStyle>
          <a:p>
            <a:pPr indent="0" defTabSz="914400">
              <a:lnSpc>
                <a:spcPct val="100000"/>
              </a:lnSpc>
              <a:buNone/>
            </a:pPr>
            <a:r>
              <a:rPr lang="en-US" sz="1200" b="0" strike="noStrike" spc="-1">
                <a:solidFill>
                  <a:schemeClr val="dk1">
                    <a:tint val="82000"/>
                  </a:schemeClr>
                </a:solidFill>
                <a:latin typeface="Aptos"/>
              </a:rPr>
              <a:t>&lt;date/time&gt;</a:t>
            </a:r>
            <a:endParaRPr lang="en-US" sz="1200" b="0" strike="noStrike" spc="-1">
              <a:solidFill>
                <a:srgbClr val="000000"/>
              </a:solidFill>
              <a:latin typeface="Times New Roman"/>
            </a:endParaRPr>
          </a:p>
        </p:txBody>
      </p:sp>
      <p:sp>
        <p:nvSpPr>
          <p:cNvPr id="48"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49"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82000"/>
                  </a:schemeClr>
                </a:solidFill>
                <a:latin typeface="Aptos"/>
              </a:defRPr>
            </a:lvl1pPr>
          </a:lstStyle>
          <a:p>
            <a:pPr indent="0" algn="r" defTabSz="914400">
              <a:lnSpc>
                <a:spcPct val="100000"/>
              </a:lnSpc>
              <a:buNone/>
            </a:pPr>
            <a:fld id="{66E597D9-6D34-4208-B98F-ABB050D69B56}"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82000"/>
                  </a:schemeClr>
                </a:solidFill>
                <a:latin typeface="Aptos"/>
              </a:defRPr>
            </a:lvl1pPr>
          </a:lstStyle>
          <a:p>
            <a:pPr indent="0" defTabSz="914400">
              <a:lnSpc>
                <a:spcPct val="100000"/>
              </a:lnSpc>
              <a:buNone/>
            </a:pPr>
            <a:r>
              <a:rPr lang="en-US" sz="1200" b="0" strike="noStrike" spc="-1">
                <a:solidFill>
                  <a:schemeClr val="dk1">
                    <a:tint val="82000"/>
                  </a:schemeClr>
                </a:solidFill>
                <a:latin typeface="Aptos"/>
              </a:rPr>
              <a:t>&lt;date/time&gt;</a:t>
            </a:r>
            <a:endParaRPr lang="en-US" sz="1200" b="0" strike="noStrike" spc="-1">
              <a:solidFill>
                <a:srgbClr val="000000"/>
              </a:solidFill>
              <a:latin typeface="Times New Roman"/>
            </a:endParaRPr>
          </a:p>
        </p:txBody>
      </p:sp>
      <p:sp>
        <p:nvSpPr>
          <p:cNvPr id="52"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53"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82000"/>
                  </a:schemeClr>
                </a:solidFill>
                <a:latin typeface="Aptos"/>
              </a:defRPr>
            </a:lvl1pPr>
          </a:lstStyle>
          <a:p>
            <a:pPr indent="0" algn="r" defTabSz="914400">
              <a:lnSpc>
                <a:spcPct val="100000"/>
              </a:lnSpc>
              <a:buNone/>
            </a:pPr>
            <a:fld id="{AFD9EA5E-6A77-433E-950A-23F5A73957F5}"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p>
            <a:pPr indent="0" defTabSz="914400">
              <a:lnSpc>
                <a:spcPct val="90000"/>
              </a:lnSpc>
              <a:buNone/>
            </a:pPr>
            <a:r>
              <a:rPr lang="en-US" sz="3200" b="0" strike="noStrike" spc="-1">
                <a:solidFill>
                  <a:schemeClr val="dk1"/>
                </a:solidFill>
                <a:latin typeface="Aptos Display"/>
              </a:rPr>
              <a:t>Click to edit Master title style</a:t>
            </a:r>
            <a:endParaRPr lang="en-US" sz="3200" b="0" strike="noStrike" spc="-1">
              <a:solidFill>
                <a:schemeClr val="dk1"/>
              </a:solidFill>
              <a:latin typeface="Aptos"/>
            </a:endParaRPr>
          </a:p>
        </p:txBody>
      </p:sp>
      <p:sp>
        <p:nvSpPr>
          <p:cNvPr id="55"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3200" b="0" strike="noStrike" spc="-1">
                <a:solidFill>
                  <a:schemeClr val="dk1"/>
                </a:solidFill>
                <a:latin typeface="Aptos"/>
              </a:rPr>
              <a:t>Click to edit Master text styles</a:t>
            </a:r>
          </a:p>
          <a:p>
            <a:pPr marL="685800" lvl="1" indent="-228600" defTabSz="914400">
              <a:lnSpc>
                <a:spcPct val="90000"/>
              </a:lnSpc>
              <a:spcBef>
                <a:spcPts val="499"/>
              </a:spcBef>
              <a:buClr>
                <a:srgbClr val="000000"/>
              </a:buClr>
              <a:buFont typeface="Arial"/>
              <a:buChar char="•"/>
            </a:pPr>
            <a:r>
              <a:rPr lang="en-US" sz="2800" b="0" strike="noStrike" spc="-1">
                <a:solidFill>
                  <a:schemeClr val="dk1"/>
                </a:solidFill>
                <a:latin typeface="Aptos"/>
              </a:rPr>
              <a:t>Second level</a:t>
            </a:r>
          </a:p>
          <a:p>
            <a:pPr marL="1143000" lvl="2" indent="-228600" defTabSz="914400">
              <a:lnSpc>
                <a:spcPct val="90000"/>
              </a:lnSpc>
              <a:spcBef>
                <a:spcPts val="499"/>
              </a:spcBef>
              <a:buClr>
                <a:srgbClr val="000000"/>
              </a:buClr>
              <a:buFont typeface="Arial"/>
              <a:buChar char="•"/>
            </a:pPr>
            <a:r>
              <a:rPr lang="en-US" sz="2400" b="0" strike="noStrike" spc="-1">
                <a:solidFill>
                  <a:schemeClr val="dk1"/>
                </a:solidFill>
                <a:latin typeface="Aptos"/>
              </a:rPr>
              <a:t>Third level</a:t>
            </a:r>
          </a:p>
          <a:p>
            <a:pPr marL="1600200" lvl="3" indent="-228600" defTabSz="914400">
              <a:lnSpc>
                <a:spcPct val="90000"/>
              </a:lnSpc>
              <a:spcBef>
                <a:spcPts val="499"/>
              </a:spcBef>
              <a:buClr>
                <a:srgbClr val="000000"/>
              </a:buClr>
              <a:buFont typeface="Arial"/>
              <a:buChar char="•"/>
            </a:pPr>
            <a:r>
              <a:rPr lang="en-US" sz="2000" b="0" strike="noStrike" spc="-1">
                <a:solidFill>
                  <a:schemeClr val="dk1"/>
                </a:solidFill>
                <a:latin typeface="Aptos"/>
              </a:rPr>
              <a:t>Fourth level</a:t>
            </a:r>
          </a:p>
          <a:p>
            <a:pPr marL="2057400" lvl="4" indent="-228600" defTabSz="914400">
              <a:lnSpc>
                <a:spcPct val="90000"/>
              </a:lnSpc>
              <a:spcBef>
                <a:spcPts val="499"/>
              </a:spcBef>
              <a:buClr>
                <a:srgbClr val="000000"/>
              </a:buClr>
              <a:buFont typeface="Arial"/>
              <a:buChar char="•"/>
            </a:pPr>
            <a:r>
              <a:rPr lang="en-US" sz="2000" b="0" strike="noStrike" spc="-1">
                <a:solidFill>
                  <a:schemeClr val="dk1"/>
                </a:solidFill>
                <a:latin typeface="Aptos"/>
              </a:rPr>
              <a:t>Fifth level</a:t>
            </a:r>
          </a:p>
        </p:txBody>
      </p:sp>
      <p:sp>
        <p:nvSpPr>
          <p:cNvPr id="56"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1600" b="0" strike="noStrike" spc="-1">
                <a:solidFill>
                  <a:schemeClr val="dk1"/>
                </a:solidFill>
                <a:latin typeface="Aptos"/>
              </a:rPr>
              <a:t>Click to edit Master text styles</a:t>
            </a:r>
          </a:p>
        </p:txBody>
      </p:sp>
      <p:sp>
        <p:nvSpPr>
          <p:cNvPr id="57"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82000"/>
                  </a:schemeClr>
                </a:solidFill>
                <a:latin typeface="Aptos"/>
              </a:defRPr>
            </a:lvl1pPr>
          </a:lstStyle>
          <a:p>
            <a:pPr indent="0" defTabSz="914400">
              <a:lnSpc>
                <a:spcPct val="100000"/>
              </a:lnSpc>
              <a:buNone/>
            </a:pPr>
            <a:r>
              <a:rPr lang="en-US" sz="1200" b="0" strike="noStrike" spc="-1">
                <a:solidFill>
                  <a:schemeClr val="dk1">
                    <a:tint val="82000"/>
                  </a:schemeClr>
                </a:solidFill>
                <a:latin typeface="Aptos"/>
              </a:rPr>
              <a:t>&lt;date/time&gt;</a:t>
            </a:r>
            <a:endParaRPr lang="en-US" sz="1200" b="0" strike="noStrike" spc="-1">
              <a:solidFill>
                <a:srgbClr val="000000"/>
              </a:solidFill>
              <a:latin typeface="Times New Roman"/>
            </a:endParaRPr>
          </a:p>
        </p:txBody>
      </p:sp>
      <p:sp>
        <p:nvSpPr>
          <p:cNvPr id="58"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59"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82000"/>
                  </a:schemeClr>
                </a:solidFill>
                <a:latin typeface="Aptos"/>
              </a:defRPr>
            </a:lvl1pPr>
          </a:lstStyle>
          <a:p>
            <a:pPr indent="0" algn="r" defTabSz="914400">
              <a:lnSpc>
                <a:spcPct val="100000"/>
              </a:lnSpc>
              <a:buNone/>
            </a:pPr>
            <a:fld id="{4DE57999-5E15-4453-9C8F-867EC5614C2C}"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p>
            <a:pPr indent="0" defTabSz="914400">
              <a:lnSpc>
                <a:spcPct val="90000"/>
              </a:lnSpc>
              <a:buNone/>
            </a:pPr>
            <a:r>
              <a:rPr lang="en-US" sz="3200" b="0" strike="noStrike" spc="-1">
                <a:solidFill>
                  <a:schemeClr val="dk1"/>
                </a:solidFill>
                <a:latin typeface="Aptos Display"/>
              </a:rPr>
              <a:t>Click to edit Master title style</a:t>
            </a:r>
            <a:endParaRPr lang="en-US" sz="3200" b="0" strike="noStrike" spc="-1">
              <a:solidFill>
                <a:schemeClr val="dk1"/>
              </a:solidFill>
              <a:latin typeface="Aptos"/>
            </a:endParaRPr>
          </a:p>
        </p:txBody>
      </p:sp>
      <p:sp>
        <p:nvSpPr>
          <p:cNvPr id="61" name="PlaceHolder 2"/>
          <p:cNvSpPr>
            <a:spLocks noGrp="1"/>
          </p:cNvSpPr>
          <p:nvPr>
            <p:ph type="body"/>
          </p:nvPr>
        </p:nvSpPr>
        <p:spPr>
          <a:xfrm>
            <a:off x="5183280" y="987480"/>
            <a:ext cx="6171840" cy="4873320"/>
          </a:xfrm>
          <a:prstGeom prst="rect">
            <a:avLst/>
          </a:prstGeom>
          <a:noFill/>
          <a:ln w="0">
            <a:noFill/>
          </a:ln>
        </p:spPr>
        <p:txBody>
          <a:bodyPr lIns="90000" tIns="45000" rIns="90000" bIns="45000" anchor="t">
            <a:noAutofit/>
          </a:bodyPr>
          <a:lstStyle/>
          <a:p>
            <a:pPr marL="432000" indent="-324000">
              <a:lnSpc>
                <a:spcPct val="90000"/>
              </a:lnSpc>
              <a:spcBef>
                <a:spcPts val="1417"/>
              </a:spcBef>
              <a:buClr>
                <a:srgbClr val="000000"/>
              </a:buClr>
              <a:buSzPct val="45000"/>
              <a:buFont typeface="Wingdings" charset="2"/>
              <a:buChar char=""/>
            </a:pPr>
            <a:r>
              <a:rPr lang="en-US" sz="3200" b="0" strike="noStrike" spc="-1">
                <a:solidFill>
                  <a:schemeClr val="dk1"/>
                </a:solidFill>
                <a:latin typeface="Aptos"/>
              </a:rPr>
              <a:t>Click to edit the outline text format</a:t>
            </a:r>
          </a:p>
          <a:p>
            <a:pPr marL="864000" lvl="1" indent="-324000">
              <a:lnSpc>
                <a:spcPct val="90000"/>
              </a:lnSpc>
              <a:spcBef>
                <a:spcPts val="1134"/>
              </a:spcBef>
              <a:buClr>
                <a:srgbClr val="000000"/>
              </a:buClr>
              <a:buSzPct val="75000"/>
              <a:buFont typeface="Symbol" charset="2"/>
              <a:buChar char=""/>
            </a:pPr>
            <a:r>
              <a:rPr lang="en-US" sz="3200" b="0" strike="noStrike" spc="-1">
                <a:solidFill>
                  <a:schemeClr val="dk1"/>
                </a:solidFill>
                <a:latin typeface="Aptos"/>
              </a:rPr>
              <a:t>Second Outline Level</a:t>
            </a:r>
          </a:p>
          <a:p>
            <a:pPr marL="1296000" lvl="2" indent="-288000">
              <a:lnSpc>
                <a:spcPct val="90000"/>
              </a:lnSpc>
              <a:spcBef>
                <a:spcPts val="850"/>
              </a:spcBef>
              <a:buClr>
                <a:srgbClr val="000000"/>
              </a:buClr>
              <a:buSzPct val="45000"/>
              <a:buFont typeface="Wingdings" charset="2"/>
              <a:buChar char=""/>
            </a:pPr>
            <a:r>
              <a:rPr lang="en-US" sz="3200" b="0" strike="noStrike" spc="-1">
                <a:solidFill>
                  <a:schemeClr val="dk1"/>
                </a:solidFill>
                <a:latin typeface="Aptos"/>
              </a:rPr>
              <a:t>Third Outline Level</a:t>
            </a:r>
          </a:p>
          <a:p>
            <a:pPr marL="1728000" lvl="3" indent="-216000">
              <a:lnSpc>
                <a:spcPct val="90000"/>
              </a:lnSpc>
              <a:spcBef>
                <a:spcPts val="567"/>
              </a:spcBef>
              <a:buClr>
                <a:srgbClr val="000000"/>
              </a:buClr>
              <a:buSzPct val="75000"/>
              <a:buFont typeface="Symbol" charset="2"/>
              <a:buChar char=""/>
            </a:pPr>
            <a:r>
              <a:rPr lang="en-US" sz="3200" b="0" strike="noStrike" spc="-1">
                <a:solidFill>
                  <a:schemeClr val="dk1"/>
                </a:solidFill>
                <a:latin typeface="Aptos"/>
              </a:rPr>
              <a:t>Fourth Outline Level</a:t>
            </a:r>
          </a:p>
          <a:p>
            <a:pPr marL="2160000" lvl="4" indent="-216000">
              <a:lnSpc>
                <a:spcPct val="90000"/>
              </a:lnSpc>
              <a:spcBef>
                <a:spcPts val="283"/>
              </a:spcBef>
              <a:buClr>
                <a:srgbClr val="000000"/>
              </a:buClr>
              <a:buSzPct val="45000"/>
              <a:buFont typeface="Wingdings" charset="2"/>
              <a:buChar char=""/>
            </a:pPr>
            <a:r>
              <a:rPr lang="en-US" sz="3200" b="0" strike="noStrike" spc="-1">
                <a:solidFill>
                  <a:schemeClr val="dk1"/>
                </a:solidFill>
                <a:latin typeface="Aptos"/>
              </a:rPr>
              <a:t>Fifth Outline Level</a:t>
            </a:r>
          </a:p>
          <a:p>
            <a:pPr marL="2592000" lvl="5" indent="-216000">
              <a:lnSpc>
                <a:spcPct val="90000"/>
              </a:lnSpc>
              <a:spcBef>
                <a:spcPts val="283"/>
              </a:spcBef>
              <a:buClr>
                <a:srgbClr val="000000"/>
              </a:buClr>
              <a:buSzPct val="45000"/>
              <a:buFont typeface="Wingdings" charset="2"/>
              <a:buChar char=""/>
            </a:pPr>
            <a:r>
              <a:rPr lang="en-US" sz="3200" b="0" strike="noStrike" spc="-1">
                <a:solidFill>
                  <a:schemeClr val="dk1"/>
                </a:solidFill>
                <a:latin typeface="Aptos"/>
              </a:rPr>
              <a:t>Sixth Outline Level</a:t>
            </a:r>
          </a:p>
          <a:p>
            <a:pPr marL="3024000" lvl="6" indent="-216000">
              <a:lnSpc>
                <a:spcPct val="90000"/>
              </a:lnSpc>
              <a:spcBef>
                <a:spcPts val="283"/>
              </a:spcBef>
              <a:buClr>
                <a:srgbClr val="000000"/>
              </a:buClr>
              <a:buSzPct val="45000"/>
              <a:buFont typeface="Wingdings" charset="2"/>
              <a:buChar char=""/>
            </a:pPr>
            <a:r>
              <a:rPr lang="en-US" sz="3200" b="0" strike="noStrike" spc="-1">
                <a:solidFill>
                  <a:schemeClr val="dk1"/>
                </a:solidFill>
                <a:latin typeface="Aptos"/>
              </a:rPr>
              <a:t>Seventh Outline Level</a:t>
            </a:r>
          </a:p>
        </p:txBody>
      </p:sp>
      <p:sp>
        <p:nvSpPr>
          <p:cNvPr id="62"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1600" b="0" strike="noStrike" spc="-1">
                <a:solidFill>
                  <a:schemeClr val="dk1"/>
                </a:solidFill>
                <a:latin typeface="Aptos"/>
              </a:rPr>
              <a:t>Click to edit Master text styles</a:t>
            </a:r>
          </a:p>
        </p:txBody>
      </p:sp>
      <p:sp>
        <p:nvSpPr>
          <p:cNvPr id="63"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82000"/>
                  </a:schemeClr>
                </a:solidFill>
                <a:latin typeface="Aptos"/>
              </a:defRPr>
            </a:lvl1pPr>
          </a:lstStyle>
          <a:p>
            <a:pPr indent="0" defTabSz="914400">
              <a:lnSpc>
                <a:spcPct val="100000"/>
              </a:lnSpc>
              <a:buNone/>
            </a:pPr>
            <a:r>
              <a:rPr lang="en-US" sz="1200" b="0" strike="noStrike" spc="-1">
                <a:solidFill>
                  <a:schemeClr val="dk1">
                    <a:tint val="82000"/>
                  </a:schemeClr>
                </a:solidFill>
                <a:latin typeface="Aptos"/>
              </a:rPr>
              <a:t>&lt;date/time&gt;</a:t>
            </a:r>
            <a:endParaRPr lang="en-US" sz="1200" b="0" strike="noStrike" spc="-1">
              <a:solidFill>
                <a:srgbClr val="000000"/>
              </a:solidFill>
              <a:latin typeface="Times New Roman"/>
            </a:endParaRPr>
          </a:p>
        </p:txBody>
      </p:sp>
      <p:sp>
        <p:nvSpPr>
          <p:cNvPr id="64"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65"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82000"/>
                  </a:schemeClr>
                </a:solidFill>
                <a:latin typeface="Aptos"/>
              </a:defRPr>
            </a:lvl1pPr>
          </a:lstStyle>
          <a:p>
            <a:pPr indent="0" algn="r" defTabSz="914400">
              <a:lnSpc>
                <a:spcPct val="100000"/>
              </a:lnSpc>
              <a:buNone/>
            </a:pPr>
            <a:fld id="{CA55035A-122C-48C2-963F-07301D0B128C}"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5" Type="http://schemas.openxmlformats.org/officeDocument/2006/relationships/image" Target="../media/image5.jpe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hyperlink" Target="https://linux-audit.com/elf-binaries-on-linux-understanding-and-analysis/" TargetMode="Externa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hyperlink" Target="https://yuriygeorgiev.com/2023/12/18/windows-portable-executable-pe-file-format/" TargetMode="External"/><Relationship Id="rId2" Type="http://schemas.openxmlformats.org/officeDocument/2006/relationships/hyperlink" Target="https://0xrick.github.io/win-internals/pe2/" TargetMode="Externa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4.xml"/><Relationship Id="rId4" Type="http://schemas.openxmlformats.org/officeDocument/2006/relationships/image" Target="../media/image18.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s://github.com/unicorn-engine/unicorn" TargetMode="Externa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hyperlink" Target="https://unit42.paloaltonetworks.com/unit42-pythons-and-unicorns-and-hancitoroh-my-decoding-binaries-through-emulation/?utm_source=chatgpt.com" TargetMode="Externa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66" name="Rectangle 40">
            <a:extLst>
              <a:ext uri="{C183D7F6-B498-43B3-948B-1728B52AA6E4}">
                <adec:decorative xmlns:adec="http://schemas.microsoft.com/office/drawing/2017/decorative" val="1"/>
              </a:ext>
            </a:extLst>
          </p:cNvPr>
          <p:cNvSpPr/>
          <p:nvPr/>
        </p:nvSpPr>
        <p:spPr>
          <a:xfrm>
            <a:off x="0" y="0"/>
            <a:ext cx="1218852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67" name="PlaceHolder 1"/>
          <p:cNvSpPr>
            <a:spLocks noGrp="1"/>
          </p:cNvSpPr>
          <p:nvPr>
            <p:ph type="title"/>
          </p:nvPr>
        </p:nvSpPr>
        <p:spPr>
          <a:xfrm>
            <a:off x="643320" y="442440"/>
            <a:ext cx="5319000" cy="4566600"/>
          </a:xfrm>
          <a:prstGeom prst="rect">
            <a:avLst/>
          </a:prstGeom>
          <a:noFill/>
          <a:ln w="0">
            <a:noFill/>
          </a:ln>
        </p:spPr>
        <p:txBody>
          <a:bodyPr lIns="91440" tIns="45720" rIns="91440" bIns="45720" anchor="b">
            <a:normAutofit/>
          </a:bodyPr>
          <a:lstStyle/>
          <a:p>
            <a:pPr indent="0" defTabSz="914400">
              <a:lnSpc>
                <a:spcPct val="90000"/>
              </a:lnSpc>
              <a:buNone/>
            </a:pPr>
            <a:r>
              <a:rPr lang="en-US" sz="4400" b="0" strike="noStrike" spc="-1">
                <a:solidFill>
                  <a:schemeClr val="dk1"/>
                </a:solidFill>
                <a:latin typeface="Calisto MT"/>
                <a:ea typeface="Microsoft YaHei UI"/>
              </a:rPr>
              <a:t>Binary Analysis Beyond Decompilers: Emulation, SMT Solving, and Symbolic Execution</a:t>
            </a:r>
            <a:endParaRPr lang="en-US" sz="4400" b="0" strike="noStrike" spc="-1">
              <a:solidFill>
                <a:schemeClr val="dk1"/>
              </a:solidFill>
              <a:latin typeface="Aptos"/>
            </a:endParaRPr>
          </a:p>
        </p:txBody>
      </p:sp>
      <p:sp>
        <p:nvSpPr>
          <p:cNvPr id="68" name="PlaceHolder 2"/>
          <p:cNvSpPr>
            <a:spLocks noGrp="1"/>
          </p:cNvSpPr>
          <p:nvPr>
            <p:ph type="subTitle"/>
          </p:nvPr>
        </p:nvSpPr>
        <p:spPr>
          <a:xfrm>
            <a:off x="643320" y="5936040"/>
            <a:ext cx="4620240" cy="775080"/>
          </a:xfrm>
          <a:prstGeom prst="rect">
            <a:avLst/>
          </a:prstGeom>
          <a:noFill/>
          <a:ln w="0">
            <a:noFill/>
          </a:ln>
        </p:spPr>
        <p:txBody>
          <a:bodyPr lIns="91440" tIns="45720" rIns="91440" bIns="45720" anchor="t">
            <a:normAutofit/>
          </a:bodyPr>
          <a:lstStyle/>
          <a:p>
            <a:pPr indent="0" algn="ctr" defTabSz="914400">
              <a:lnSpc>
                <a:spcPct val="90000"/>
              </a:lnSpc>
              <a:spcBef>
                <a:spcPts val="1001"/>
              </a:spcBef>
              <a:buNone/>
              <a:tabLst>
                <a:tab pos="0" algn="l"/>
              </a:tabLst>
            </a:pPr>
            <a:r>
              <a:rPr lang="en-US" sz="2000" b="0" strike="noStrike" spc="-1">
                <a:solidFill>
                  <a:schemeClr val="dk1">
                    <a:lumMod val="75000"/>
                    <a:lumOff val="25000"/>
                  </a:schemeClr>
                </a:solidFill>
                <a:latin typeface="Aptos"/>
              </a:rPr>
              <a:t>Mohamed Jilani Chagra (@m0ud4)</a:t>
            </a:r>
            <a:endParaRPr lang="en-US" sz="2000" b="0" strike="noStrike" spc="-1">
              <a:solidFill>
                <a:srgbClr val="000000"/>
              </a:solidFill>
              <a:latin typeface="Arial"/>
            </a:endParaRPr>
          </a:p>
          <a:p>
            <a:pPr indent="0" algn="ctr" defTabSz="914400">
              <a:lnSpc>
                <a:spcPct val="90000"/>
              </a:lnSpc>
              <a:spcBef>
                <a:spcPts val="1001"/>
              </a:spcBef>
              <a:buNone/>
              <a:tabLst>
                <a:tab pos="0" algn="l"/>
              </a:tabLst>
            </a:pPr>
            <a:r>
              <a:rPr lang="en-US" sz="2000" b="0" strike="noStrike" spc="-1">
                <a:solidFill>
                  <a:schemeClr val="dk1">
                    <a:lumMod val="75000"/>
                    <a:lumOff val="25000"/>
                  </a:schemeClr>
                </a:solidFill>
                <a:latin typeface="Aptos"/>
              </a:rPr>
              <a:t>CyberSphere Congress 2026</a:t>
            </a:r>
            <a:endParaRPr lang="en-US" sz="2000" b="0" strike="noStrike" spc="-1">
              <a:solidFill>
                <a:srgbClr val="000000"/>
              </a:solidFill>
              <a:latin typeface="Arial"/>
            </a:endParaRPr>
          </a:p>
          <a:p>
            <a:pPr indent="0" algn="ctr" defTabSz="914400">
              <a:lnSpc>
                <a:spcPct val="90000"/>
              </a:lnSpc>
              <a:spcBef>
                <a:spcPts val="1001"/>
              </a:spcBef>
              <a:buNone/>
              <a:tabLst>
                <a:tab pos="0" algn="l"/>
              </a:tabLst>
            </a:pPr>
            <a:endParaRPr lang="en-US" sz="2000" b="0" strike="noStrike" spc="-1">
              <a:solidFill>
                <a:srgbClr val="000000"/>
              </a:solidFill>
              <a:latin typeface="Arial"/>
            </a:endParaRPr>
          </a:p>
        </p:txBody>
      </p:sp>
      <p:sp>
        <p:nvSpPr>
          <p:cNvPr id="69" name="Picture 6"/>
          <p:cNvSpPr/>
          <p:nvPr/>
        </p:nvSpPr>
        <p:spPr>
          <a:xfrm>
            <a:off x="6229080" y="0"/>
            <a:ext cx="5962320" cy="6857640"/>
          </a:xfrm>
          <a:custGeom>
            <a:avLst/>
            <a:gdLst>
              <a:gd name="textAreaLeft" fmla="*/ 0 w 5962320"/>
              <a:gd name="textAreaRight" fmla="*/ 5962680 w 5962320"/>
              <a:gd name="textAreaTop" fmla="*/ 0 h 6857640"/>
              <a:gd name="textAreaBottom" fmla="*/ 6858000 h 6857640"/>
            </a:gdLst>
            <a:ahLst/>
            <a:cxnLst/>
            <a:rect l="textAreaLeft" t="textAreaTop" r="textAreaRight" b="textAreaBottom"/>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blipFill rotWithShape="0">
            <a:blip r:embed="rId2"/>
            <a:srcRect/>
            <a:stretch/>
          </a:blipFill>
          <a:ln w="0">
            <a:noFill/>
          </a:ln>
          <a:scene3d>
            <a:camera prst="orthographicFront"/>
            <a:lightRig rig="contrasting" dir="t">
              <a:rot lat="0" lon="0" rev="3000000"/>
            </a:lightRig>
          </a:scene3d>
          <a:sp3d contourW="7620">
            <a:bevelT w="95250" h="31750"/>
            <a:contourClr>
              <a:srgbClr val="333333"/>
            </a:contourClr>
          </a:sp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70" name="Rectangle 2083">
            <a:extLst>
              <a:ext uri="{C183D7F6-B498-43B3-948B-1728B52AA6E4}">
                <adec:decorative xmlns:adec="http://schemas.microsoft.com/office/drawing/2017/decorative" val="1"/>
              </a:ext>
            </a:extLst>
          </p:cNvPr>
          <p:cNvSpPr/>
          <p:nvPr/>
        </p:nvSpPr>
        <p:spPr>
          <a:xfrm>
            <a:off x="0" y="0"/>
            <a:ext cx="1218852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7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defTabSz="914400">
              <a:lnSpc>
                <a:spcPct val="90000"/>
              </a:lnSpc>
              <a:buNone/>
            </a:pPr>
            <a:r>
              <a:rPr lang="en-US" sz="4400" b="0" strike="noStrike" spc="-1">
                <a:solidFill>
                  <a:schemeClr val="dk1"/>
                </a:solidFill>
                <a:latin typeface="Calisto MT"/>
              </a:rPr>
              <a:t>Who am I ?</a:t>
            </a:r>
            <a:endParaRPr lang="en-US" sz="4400" b="0" strike="noStrike" spc="-1">
              <a:solidFill>
                <a:schemeClr val="dk1"/>
              </a:solidFill>
              <a:latin typeface="Aptos"/>
            </a:endParaRPr>
          </a:p>
        </p:txBody>
      </p:sp>
      <p:sp>
        <p:nvSpPr>
          <p:cNvPr id="72" name="PlaceHolder 2"/>
          <p:cNvSpPr>
            <a:spLocks noGrp="1"/>
          </p:cNvSpPr>
          <p:nvPr>
            <p:ph/>
          </p:nvPr>
        </p:nvSpPr>
        <p:spPr>
          <a:xfrm>
            <a:off x="838080" y="2013480"/>
            <a:ext cx="4614480" cy="4163040"/>
          </a:xfrm>
          <a:prstGeom prst="rect">
            <a:avLst/>
          </a:prstGeom>
          <a:noFill/>
          <a:ln w="0">
            <a:noFill/>
          </a:ln>
        </p:spPr>
        <p:txBody>
          <a:bodyPr lIns="91440" tIns="45720" rIns="91440" bIns="45720" anchor="t">
            <a:normAutofit fontScale="94980" lnSpcReduction="10000"/>
          </a:bodyPr>
          <a:lstStyle/>
          <a:p>
            <a:pPr marL="228600" indent="-228600" defTabSz="914400">
              <a:lnSpc>
                <a:spcPct val="90000"/>
              </a:lnSpc>
              <a:spcBef>
                <a:spcPts val="1001"/>
              </a:spcBef>
              <a:buClr>
                <a:srgbClr val="000000"/>
              </a:buClr>
              <a:buFont typeface="Arial"/>
              <a:buChar char="•"/>
            </a:pPr>
            <a:r>
              <a:rPr lang="en-US" sz="1900" b="0" strike="noStrike" spc="-1">
                <a:solidFill>
                  <a:schemeClr val="dk1"/>
                </a:solidFill>
                <a:latin typeface="Calisto MT"/>
              </a:rPr>
              <a:t>Mohamed Jilani Chagra </a:t>
            </a:r>
            <a:endParaRPr lang="en-US" sz="1900" b="0" strike="noStrike" spc="-1">
              <a:solidFill>
                <a:schemeClr val="dk1"/>
              </a:solidFill>
              <a:latin typeface="Aptos"/>
            </a:endParaRPr>
          </a:p>
          <a:p>
            <a:pPr marL="228600" indent="-228600" defTabSz="914400">
              <a:lnSpc>
                <a:spcPct val="90000"/>
              </a:lnSpc>
              <a:spcBef>
                <a:spcPts val="1001"/>
              </a:spcBef>
              <a:buClr>
                <a:srgbClr val="000000"/>
              </a:buClr>
              <a:buFont typeface="Arial"/>
              <a:buChar char="•"/>
            </a:pPr>
            <a:r>
              <a:rPr lang="en-US" sz="1900" b="0" strike="noStrike" spc="-1">
                <a:solidFill>
                  <a:schemeClr val="dk1"/>
                </a:solidFill>
                <a:latin typeface="Calisto MT"/>
              </a:rPr>
              <a:t>Cyber Security Engineer @Marquardt GmbH</a:t>
            </a:r>
            <a:endParaRPr lang="en-US" sz="1900" b="0" strike="noStrike" spc="-1">
              <a:solidFill>
                <a:schemeClr val="dk1"/>
              </a:solidFill>
              <a:latin typeface="Aptos"/>
            </a:endParaRPr>
          </a:p>
          <a:p>
            <a:pPr marL="685800" lvl="1" indent="-228600" defTabSz="914400">
              <a:lnSpc>
                <a:spcPct val="90000"/>
              </a:lnSpc>
              <a:spcBef>
                <a:spcPts val="499"/>
              </a:spcBef>
              <a:buClr>
                <a:srgbClr val="000000"/>
              </a:buClr>
              <a:buFont typeface="Arial"/>
              <a:buChar char="•"/>
            </a:pPr>
            <a:r>
              <a:rPr lang="en-US" sz="1900" b="0" strike="noStrike" spc="-1">
                <a:solidFill>
                  <a:schemeClr val="dk1"/>
                </a:solidFill>
                <a:latin typeface="Calisto MT"/>
              </a:rPr>
              <a:t>Detection engineering and managing Microsoft security stack</a:t>
            </a:r>
            <a:endParaRPr lang="en-US" sz="1900" b="0" strike="noStrike" spc="-1">
              <a:solidFill>
                <a:schemeClr val="dk1"/>
              </a:solidFill>
              <a:latin typeface="Aptos"/>
            </a:endParaRPr>
          </a:p>
          <a:p>
            <a:pPr marL="228600" indent="-228600" defTabSz="914400">
              <a:lnSpc>
                <a:spcPct val="90000"/>
              </a:lnSpc>
              <a:spcBef>
                <a:spcPts val="1001"/>
              </a:spcBef>
              <a:buClr>
                <a:srgbClr val="000000"/>
              </a:buClr>
              <a:buFont typeface="Arial"/>
              <a:buChar char="•"/>
            </a:pPr>
            <a:r>
              <a:rPr lang="en-US" sz="1900" b="0" strike="noStrike" spc="-1">
                <a:solidFill>
                  <a:schemeClr val="dk1"/>
                </a:solidFill>
                <a:latin typeface="Calisto MT"/>
              </a:rPr>
              <a:t>IoT VR Intern @Toreon BV</a:t>
            </a:r>
            <a:endParaRPr lang="en-US" sz="1900" b="0" strike="noStrike" spc="-1">
              <a:solidFill>
                <a:schemeClr val="dk1"/>
              </a:solidFill>
              <a:latin typeface="Aptos"/>
            </a:endParaRPr>
          </a:p>
          <a:p>
            <a:pPr marL="685800" lvl="1" indent="-228600" defTabSz="914400">
              <a:lnSpc>
                <a:spcPct val="90000"/>
              </a:lnSpc>
              <a:spcBef>
                <a:spcPts val="499"/>
              </a:spcBef>
              <a:buClr>
                <a:srgbClr val="000000"/>
              </a:buClr>
              <a:buFont typeface="Arial"/>
              <a:buChar char="•"/>
            </a:pPr>
            <a:r>
              <a:rPr lang="en-US" sz="1900" b="0" strike="noStrike" spc="-1">
                <a:solidFill>
                  <a:schemeClr val="dk1"/>
                </a:solidFill>
                <a:latin typeface="Calisto MT"/>
              </a:rPr>
              <a:t>Building an automated pipeline for firmware research</a:t>
            </a:r>
            <a:endParaRPr lang="en-US" sz="1900" b="0" strike="noStrike" spc="-1">
              <a:solidFill>
                <a:schemeClr val="dk1"/>
              </a:solidFill>
              <a:latin typeface="Aptos"/>
            </a:endParaRPr>
          </a:p>
          <a:p>
            <a:pPr marL="228600" indent="-228600" defTabSz="914400">
              <a:lnSpc>
                <a:spcPct val="90000"/>
              </a:lnSpc>
              <a:spcBef>
                <a:spcPts val="1001"/>
              </a:spcBef>
              <a:buClr>
                <a:srgbClr val="000000"/>
              </a:buClr>
              <a:buFont typeface="Arial"/>
              <a:buChar char="•"/>
            </a:pPr>
            <a:r>
              <a:rPr lang="en-US" sz="1900" b="0" strike="noStrike" spc="-1">
                <a:solidFill>
                  <a:schemeClr val="dk1"/>
                </a:solidFill>
                <a:latin typeface="Calisto MT"/>
              </a:rPr>
              <a:t>CTF player @ARESx</a:t>
            </a:r>
            <a:endParaRPr lang="en-US" sz="1900" b="0" strike="noStrike" spc="-1">
              <a:solidFill>
                <a:schemeClr val="dk1"/>
              </a:solidFill>
              <a:latin typeface="Aptos"/>
            </a:endParaRPr>
          </a:p>
          <a:p>
            <a:pPr marL="228600" indent="-228600" defTabSz="914400">
              <a:lnSpc>
                <a:spcPct val="90000"/>
              </a:lnSpc>
              <a:spcBef>
                <a:spcPts val="1001"/>
              </a:spcBef>
              <a:buClr>
                <a:srgbClr val="000000"/>
              </a:buClr>
              <a:buFont typeface="Arial"/>
              <a:buChar char="•"/>
            </a:pPr>
            <a:r>
              <a:rPr lang="en-US" sz="1900" b="0" strike="noStrike" spc="-1">
                <a:solidFill>
                  <a:schemeClr val="dk1"/>
                </a:solidFill>
                <a:latin typeface="Calisto MT"/>
              </a:rPr>
              <a:t>Technical Team Member @SecurinetsTekup</a:t>
            </a:r>
            <a:endParaRPr lang="en-US" sz="1900" b="0" strike="noStrike" spc="-1">
              <a:solidFill>
                <a:schemeClr val="dk1"/>
              </a:solidFill>
              <a:latin typeface="Aptos"/>
            </a:endParaRPr>
          </a:p>
          <a:p>
            <a:pPr marL="228600" indent="-228600" defTabSz="914400">
              <a:lnSpc>
                <a:spcPct val="90000"/>
              </a:lnSpc>
              <a:spcBef>
                <a:spcPts val="1001"/>
              </a:spcBef>
              <a:buClr>
                <a:srgbClr val="000000"/>
              </a:buClr>
              <a:buFont typeface="Arial"/>
              <a:buChar char="•"/>
            </a:pPr>
            <a:r>
              <a:rPr lang="en-US" sz="1900" b="0" strike="noStrike" spc="-1">
                <a:solidFill>
                  <a:schemeClr val="dk1"/>
                </a:solidFill>
                <a:latin typeface="Calisto MT"/>
              </a:rPr>
              <a:t>Interested in Reverse engineering and currently exploring embedded and IOT </a:t>
            </a:r>
            <a:endParaRPr lang="en-US" sz="1900" b="0" strike="noStrike" spc="-1">
              <a:solidFill>
                <a:schemeClr val="dk1"/>
              </a:solidFill>
              <a:latin typeface="Aptos"/>
            </a:endParaRPr>
          </a:p>
          <a:p>
            <a:pPr marL="228600" indent="-228600" defTabSz="914400">
              <a:lnSpc>
                <a:spcPct val="90000"/>
              </a:lnSpc>
              <a:spcBef>
                <a:spcPts val="1001"/>
              </a:spcBef>
              <a:buClr>
                <a:srgbClr val="000000"/>
              </a:buClr>
              <a:buFont typeface="Arial"/>
              <a:buChar char="•"/>
            </a:pPr>
            <a:r>
              <a:rPr lang="en-US" sz="1900" b="0" strike="noStrike" spc="-1">
                <a:solidFill>
                  <a:schemeClr val="dk1"/>
                </a:solidFill>
                <a:latin typeface="Calisto MT"/>
              </a:rPr>
              <a:t>Find me at discord/X (@m0ud4)</a:t>
            </a:r>
            <a:endParaRPr lang="en-US" sz="1900" b="0" strike="noStrike" spc="-1">
              <a:solidFill>
                <a:schemeClr val="dk1"/>
              </a:solidFill>
              <a:latin typeface="Aptos"/>
            </a:endParaRPr>
          </a:p>
          <a:p>
            <a:pPr indent="0" defTabSz="914400">
              <a:lnSpc>
                <a:spcPct val="90000"/>
              </a:lnSpc>
              <a:spcBef>
                <a:spcPts val="1001"/>
              </a:spcBef>
              <a:buNone/>
            </a:pPr>
            <a:endParaRPr lang="en-US" sz="1900" b="0" strike="noStrike" spc="-1">
              <a:solidFill>
                <a:schemeClr val="dk1"/>
              </a:solidFill>
              <a:latin typeface="Aptos"/>
            </a:endParaRPr>
          </a:p>
        </p:txBody>
      </p:sp>
      <p:sp>
        <p:nvSpPr>
          <p:cNvPr id="73" name="Picture 6"/>
          <p:cNvSpPr/>
          <p:nvPr/>
        </p:nvSpPr>
        <p:spPr>
          <a:xfrm>
            <a:off x="6101280" y="2015280"/>
            <a:ext cx="5283360" cy="4210200"/>
          </a:xfrm>
          <a:custGeom>
            <a:avLst/>
            <a:gdLst>
              <a:gd name="textAreaLeft" fmla="*/ 0 w 5283360"/>
              <a:gd name="textAreaRight" fmla="*/ 5283720 w 5283360"/>
              <a:gd name="textAreaTop" fmla="*/ 0 h 4210200"/>
              <a:gd name="textAreaBottom" fmla="*/ 4210560 h 4210200"/>
            </a:gdLst>
            <a:ahLst/>
            <a:cxnLst/>
            <a:rect l="textAreaLeft" t="textAreaTop" r="textAreaRight" b="textAreaBottom"/>
            <a:pathLst>
              <a:path w="5283866" h="4210442">
                <a:moveTo>
                  <a:pt x="839883" y="18"/>
                </a:moveTo>
                <a:cubicBezTo>
                  <a:pt x="851945" y="328"/>
                  <a:pt x="864423" y="4671"/>
                  <a:pt x="875727" y="6050"/>
                </a:cubicBezTo>
                <a:cubicBezTo>
                  <a:pt x="1125267" y="36932"/>
                  <a:pt x="1374804" y="70296"/>
                  <a:pt x="1624617" y="99799"/>
                </a:cubicBezTo>
                <a:cubicBezTo>
                  <a:pt x="1858164" y="127373"/>
                  <a:pt x="2093363" y="133714"/>
                  <a:pt x="2328012" y="148051"/>
                </a:cubicBezTo>
                <a:cubicBezTo>
                  <a:pt x="2612016" y="165424"/>
                  <a:pt x="2895470" y="189965"/>
                  <a:pt x="3177820" y="228566"/>
                </a:cubicBezTo>
                <a:cubicBezTo>
                  <a:pt x="3373866" y="255590"/>
                  <a:pt x="3571843" y="274338"/>
                  <a:pt x="3770646" y="252831"/>
                </a:cubicBezTo>
                <a:cubicBezTo>
                  <a:pt x="3780572" y="251727"/>
                  <a:pt x="3791878" y="248144"/>
                  <a:pt x="3800149" y="251727"/>
                </a:cubicBezTo>
                <a:cubicBezTo>
                  <a:pt x="3896658" y="291986"/>
                  <a:pt x="4001986" y="263033"/>
                  <a:pt x="4102076" y="288400"/>
                </a:cubicBezTo>
                <a:cubicBezTo>
                  <a:pt x="4076434" y="386286"/>
                  <a:pt x="3966416" y="378289"/>
                  <a:pt x="3904377" y="446120"/>
                </a:cubicBezTo>
                <a:cubicBezTo>
                  <a:pt x="4005570" y="473141"/>
                  <a:pt x="4096562" y="500439"/>
                  <a:pt x="4188933" y="520843"/>
                </a:cubicBezTo>
                <a:cubicBezTo>
                  <a:pt x="4286818" y="542350"/>
                  <a:pt x="4369813" y="600531"/>
                  <a:pt x="4465492" y="626449"/>
                </a:cubicBezTo>
                <a:cubicBezTo>
                  <a:pt x="4485897" y="631964"/>
                  <a:pt x="4510437" y="651264"/>
                  <a:pt x="4517606" y="670015"/>
                </a:cubicBezTo>
                <a:cubicBezTo>
                  <a:pt x="4540768" y="730677"/>
                  <a:pt x="5003171" y="900804"/>
                  <a:pt x="4948576" y="954847"/>
                </a:cubicBezTo>
                <a:cubicBezTo>
                  <a:pt x="4925966" y="977182"/>
                  <a:pt x="4896738" y="993174"/>
                  <a:pt x="4866132" y="1015233"/>
                </a:cubicBezTo>
                <a:cubicBezTo>
                  <a:pt x="4912180" y="1056869"/>
                  <a:pt x="4964017" y="1075067"/>
                  <a:pt x="5019164" y="1087474"/>
                </a:cubicBezTo>
                <a:cubicBezTo>
                  <a:pt x="5035708" y="1091335"/>
                  <a:pt x="5051977" y="1099055"/>
                  <a:pt x="5053630" y="1117806"/>
                </a:cubicBezTo>
                <a:cubicBezTo>
                  <a:pt x="5055284" y="1137382"/>
                  <a:pt x="5038464" y="1145101"/>
                  <a:pt x="5024404" y="1154202"/>
                </a:cubicBezTo>
                <a:cubicBezTo>
                  <a:pt x="5004826" y="1166885"/>
                  <a:pt x="4985800" y="1177916"/>
                  <a:pt x="4960984" y="1179569"/>
                </a:cubicBezTo>
                <a:cubicBezTo>
                  <a:pt x="4920176" y="1182051"/>
                  <a:pt x="4900600" y="1217344"/>
                  <a:pt x="4876887" y="1243814"/>
                </a:cubicBezTo>
                <a:cubicBezTo>
                  <a:pt x="4863652" y="1258705"/>
                  <a:pt x="4857034" y="1288759"/>
                  <a:pt x="4880195" y="1293998"/>
                </a:cubicBezTo>
                <a:cubicBezTo>
                  <a:pt x="4935892" y="1306682"/>
                  <a:pt x="4931480" y="1343355"/>
                  <a:pt x="4930104" y="1384991"/>
                </a:cubicBezTo>
                <a:cubicBezTo>
                  <a:pt x="4928173" y="1436553"/>
                  <a:pt x="4895360" y="1460265"/>
                  <a:pt x="4855103" y="1480119"/>
                </a:cubicBezTo>
                <a:cubicBezTo>
                  <a:pt x="4841316" y="1487011"/>
                  <a:pt x="4821740" y="1486735"/>
                  <a:pt x="4816500" y="1508242"/>
                </a:cubicBezTo>
                <a:cubicBezTo>
                  <a:pt x="4839110" y="1528648"/>
                  <a:pt x="4866684" y="1512103"/>
                  <a:pt x="4890949" y="1517893"/>
                </a:cubicBezTo>
                <a:cubicBezTo>
                  <a:pt x="4911077" y="1522581"/>
                  <a:pt x="4944441" y="1520100"/>
                  <a:pt x="4916868" y="1557599"/>
                </a:cubicBezTo>
                <a:cubicBezTo>
                  <a:pt x="4908870" y="1568352"/>
                  <a:pt x="4918245" y="1576625"/>
                  <a:pt x="4928448" y="1577453"/>
                </a:cubicBezTo>
                <a:cubicBezTo>
                  <a:pt x="5010066" y="1586000"/>
                  <a:pt x="4972566" y="1661827"/>
                  <a:pt x="4998760" y="1701809"/>
                </a:cubicBezTo>
                <a:cubicBezTo>
                  <a:pt x="5005928" y="1712836"/>
                  <a:pt x="4998208" y="1731862"/>
                  <a:pt x="4986903" y="1736550"/>
                </a:cubicBezTo>
                <a:cubicBezTo>
                  <a:pt x="4914660" y="1767432"/>
                  <a:pt x="4904735" y="1841053"/>
                  <a:pt x="4869716" y="1904472"/>
                </a:cubicBezTo>
                <a:cubicBezTo>
                  <a:pt x="4907768" y="1929562"/>
                  <a:pt x="4953264" y="1935077"/>
                  <a:pt x="4994348" y="1951346"/>
                </a:cubicBezTo>
                <a:cubicBezTo>
                  <a:pt x="5037087" y="1968441"/>
                  <a:pt x="5037087" y="1981125"/>
                  <a:pt x="5001792" y="2030756"/>
                </a:cubicBezTo>
                <a:cubicBezTo>
                  <a:pt x="5093611" y="2041511"/>
                  <a:pt x="5093611" y="2041511"/>
                  <a:pt x="5065212" y="2119543"/>
                </a:cubicBezTo>
                <a:cubicBezTo>
                  <a:pt x="5142142" y="2126712"/>
                  <a:pt x="5192876" y="2163660"/>
                  <a:pt x="5204732" y="2244450"/>
                </a:cubicBezTo>
                <a:cubicBezTo>
                  <a:pt x="5210523" y="2283604"/>
                  <a:pt x="5245265" y="2302077"/>
                  <a:pt x="5283866" y="2328272"/>
                </a:cubicBezTo>
                <a:cubicBezTo>
                  <a:pt x="5235890" y="2353641"/>
                  <a:pt x="5203354" y="2406580"/>
                  <a:pt x="5147380" y="2350606"/>
                </a:cubicBezTo>
                <a:cubicBezTo>
                  <a:pt x="5126976" y="2330203"/>
                  <a:pt x="5128904" y="2356121"/>
                  <a:pt x="5126148" y="2363566"/>
                </a:cubicBezTo>
                <a:cubicBezTo>
                  <a:pt x="5119532" y="2381764"/>
                  <a:pt x="5133316" y="2393897"/>
                  <a:pt x="5142417" y="2407682"/>
                </a:cubicBezTo>
                <a:cubicBezTo>
                  <a:pt x="5151240" y="2421470"/>
                  <a:pt x="5161718" y="2436083"/>
                  <a:pt x="5164200" y="2451526"/>
                </a:cubicBezTo>
                <a:cubicBezTo>
                  <a:pt x="5165852" y="2462279"/>
                  <a:pt x="5157858" y="2477994"/>
                  <a:pt x="5149034" y="2485992"/>
                </a:cubicBezTo>
                <a:cubicBezTo>
                  <a:pt x="5102710" y="2528178"/>
                  <a:pt x="5130284" y="2623031"/>
                  <a:pt x="5042601" y="2635164"/>
                </a:cubicBezTo>
                <a:cubicBezTo>
                  <a:pt x="5003171" y="2640677"/>
                  <a:pt x="4984146" y="2675420"/>
                  <a:pt x="4955194" y="2694445"/>
                </a:cubicBezTo>
                <a:cubicBezTo>
                  <a:pt x="4854552" y="2760897"/>
                  <a:pt x="4787272" y="2846375"/>
                  <a:pt x="4756116" y="2963836"/>
                </a:cubicBezTo>
                <a:cubicBezTo>
                  <a:pt x="4747568" y="2996372"/>
                  <a:pt x="4714754" y="3022569"/>
                  <a:pt x="4693523" y="3051244"/>
                </a:cubicBezTo>
                <a:cubicBezTo>
                  <a:pt x="4703726" y="3072199"/>
                  <a:pt x="4759424" y="3026979"/>
                  <a:pt x="4739848" y="3082125"/>
                </a:cubicBezTo>
                <a:cubicBezTo>
                  <a:pt x="4724958" y="3123486"/>
                  <a:pt x="4686906" y="3149129"/>
                  <a:pt x="4651060" y="3173670"/>
                </a:cubicBezTo>
                <a:cubicBezTo>
                  <a:pt x="4610252" y="3201518"/>
                  <a:pt x="4565032" y="3223852"/>
                  <a:pt x="4546556" y="3275413"/>
                </a:cubicBezTo>
                <a:cubicBezTo>
                  <a:pt x="4542697" y="3286444"/>
                  <a:pt x="4530288" y="3298024"/>
                  <a:pt x="4519261" y="3302437"/>
                </a:cubicBezTo>
                <a:cubicBezTo>
                  <a:pt x="3944081" y="4209875"/>
                  <a:pt x="2528194" y="4215939"/>
                  <a:pt x="2364961" y="4209597"/>
                </a:cubicBezTo>
                <a:cubicBezTo>
                  <a:pt x="2167260" y="4201602"/>
                  <a:pt x="1980313" y="4145627"/>
                  <a:pt x="1796951" y="4075867"/>
                </a:cubicBezTo>
                <a:cubicBezTo>
                  <a:pt x="1719469" y="4046365"/>
                  <a:pt x="1647505" y="4004453"/>
                  <a:pt x="1572227" y="3971917"/>
                </a:cubicBezTo>
                <a:cubicBezTo>
                  <a:pt x="1468277" y="3926971"/>
                  <a:pt x="1388040" y="3841219"/>
                  <a:pt x="1284364" y="3805097"/>
                </a:cubicBezTo>
                <a:cubicBezTo>
                  <a:pt x="1177655" y="3767873"/>
                  <a:pt x="1086388" y="3699767"/>
                  <a:pt x="976645" y="3670815"/>
                </a:cubicBezTo>
                <a:cubicBezTo>
                  <a:pt x="918742" y="3655375"/>
                  <a:pt x="862768" y="3627527"/>
                  <a:pt x="871866" y="3547839"/>
                </a:cubicBezTo>
                <a:cubicBezTo>
                  <a:pt x="874349" y="3525228"/>
                  <a:pt x="859184" y="3506755"/>
                  <a:pt x="835195" y="3513373"/>
                </a:cubicBezTo>
                <a:cubicBezTo>
                  <a:pt x="789424" y="3525780"/>
                  <a:pt x="768744" y="3492967"/>
                  <a:pt x="743375" y="3468427"/>
                </a:cubicBezTo>
                <a:cubicBezTo>
                  <a:pt x="698156" y="3424863"/>
                  <a:pt x="655142" y="3378540"/>
                  <a:pt x="583175" y="3371370"/>
                </a:cubicBezTo>
                <a:cubicBezTo>
                  <a:pt x="596961" y="3337178"/>
                  <a:pt x="620399" y="3342142"/>
                  <a:pt x="641906" y="3349311"/>
                </a:cubicBezTo>
                <a:cubicBezTo>
                  <a:pt x="698432" y="3368062"/>
                  <a:pt x="754405" y="3389293"/>
                  <a:pt x="810930" y="3408042"/>
                </a:cubicBezTo>
                <a:cubicBezTo>
                  <a:pt x="847878" y="3420175"/>
                  <a:pt x="884551" y="3437271"/>
                  <a:pt x="933908" y="3423758"/>
                </a:cubicBezTo>
                <a:cubicBezTo>
                  <a:pt x="891445" y="3354826"/>
                  <a:pt x="819202" y="3342418"/>
                  <a:pt x="760747" y="3321187"/>
                </a:cubicBezTo>
                <a:cubicBezTo>
                  <a:pt x="687678" y="3294441"/>
                  <a:pt x="644664" y="3243980"/>
                  <a:pt x="593101" y="3187731"/>
                </a:cubicBezTo>
                <a:cubicBezTo>
                  <a:pt x="646869" y="3174220"/>
                  <a:pt x="680233" y="3215581"/>
                  <a:pt x="722419" y="3213374"/>
                </a:cubicBezTo>
                <a:cubicBezTo>
                  <a:pt x="724627" y="3206207"/>
                  <a:pt x="728486" y="3195729"/>
                  <a:pt x="727934" y="3195451"/>
                </a:cubicBezTo>
                <a:cubicBezTo>
                  <a:pt x="659002" y="3164570"/>
                  <a:pt x="626741" y="3106666"/>
                  <a:pt x="615987" y="3036630"/>
                </a:cubicBezTo>
                <a:cubicBezTo>
                  <a:pt x="610473" y="3000510"/>
                  <a:pt x="585381" y="2989205"/>
                  <a:pt x="560564" y="2972660"/>
                </a:cubicBezTo>
                <a:cubicBezTo>
                  <a:pt x="473984" y="2913930"/>
                  <a:pt x="382441" y="2860713"/>
                  <a:pt x="311302" y="2779924"/>
                </a:cubicBezTo>
                <a:cubicBezTo>
                  <a:pt x="393471" y="2790677"/>
                  <a:pt x="459371" y="2843341"/>
                  <a:pt x="547882" y="2865952"/>
                </a:cubicBezTo>
                <a:cubicBezTo>
                  <a:pt x="477570" y="2777166"/>
                  <a:pt x="386577" y="2732222"/>
                  <a:pt x="303582" y="2678453"/>
                </a:cubicBezTo>
                <a:cubicBezTo>
                  <a:pt x="265806" y="2653913"/>
                  <a:pt x="230790" y="2622479"/>
                  <a:pt x="185016" y="2609244"/>
                </a:cubicBezTo>
                <a:cubicBezTo>
                  <a:pt x="168748" y="2604556"/>
                  <a:pt x="142002" y="2594630"/>
                  <a:pt x="154963" y="2568435"/>
                </a:cubicBezTo>
                <a:cubicBezTo>
                  <a:pt x="165990" y="2546654"/>
                  <a:pt x="187773" y="2553269"/>
                  <a:pt x="207627" y="2559612"/>
                </a:cubicBezTo>
                <a:cubicBezTo>
                  <a:pt x="255328" y="2575330"/>
                  <a:pt x="304685" y="2575604"/>
                  <a:pt x="369207" y="2575330"/>
                </a:cubicBezTo>
                <a:cubicBezTo>
                  <a:pt x="315163" y="2503363"/>
                  <a:pt x="216174" y="2524871"/>
                  <a:pt x="169852" y="2449319"/>
                </a:cubicBezTo>
                <a:cubicBezTo>
                  <a:pt x="227755" y="2436083"/>
                  <a:pt x="272424" y="2463381"/>
                  <a:pt x="319299" y="2468619"/>
                </a:cubicBezTo>
                <a:cubicBezTo>
                  <a:pt x="361761" y="2473307"/>
                  <a:pt x="372239" y="2460624"/>
                  <a:pt x="362313" y="2418988"/>
                </a:cubicBezTo>
                <a:cubicBezTo>
                  <a:pt x="346873" y="2354190"/>
                  <a:pt x="370034" y="2321102"/>
                  <a:pt x="431798" y="2338750"/>
                </a:cubicBezTo>
                <a:cubicBezTo>
                  <a:pt x="489149" y="2355293"/>
                  <a:pt x="495215" y="2331030"/>
                  <a:pt x="479775" y="2294082"/>
                </a:cubicBezTo>
                <a:cubicBezTo>
                  <a:pt x="457716" y="2240315"/>
                  <a:pt x="482807" y="2198678"/>
                  <a:pt x="499903" y="2153458"/>
                </a:cubicBezTo>
                <a:cubicBezTo>
                  <a:pt x="526099" y="2084525"/>
                  <a:pt x="515069" y="2050885"/>
                  <a:pt x="458544" y="1999599"/>
                </a:cubicBezTo>
                <a:cubicBezTo>
                  <a:pt x="426835" y="1970921"/>
                  <a:pt x="392645" y="1946658"/>
                  <a:pt x="346596" y="1921843"/>
                </a:cubicBezTo>
                <a:cubicBezTo>
                  <a:pt x="452753" y="1908331"/>
                  <a:pt x="341358" y="1862836"/>
                  <a:pt x="378857" y="1834435"/>
                </a:cubicBezTo>
                <a:cubicBezTo>
                  <a:pt x="453856" y="1822854"/>
                  <a:pt x="515069" y="1913294"/>
                  <a:pt x="617091" y="1887376"/>
                </a:cubicBezTo>
                <a:cubicBezTo>
                  <a:pt x="491080" y="1809066"/>
                  <a:pt x="351835" y="1783423"/>
                  <a:pt x="260568" y="1679198"/>
                </a:cubicBezTo>
                <a:cubicBezTo>
                  <a:pt x="281523" y="1655484"/>
                  <a:pt x="302479" y="1677543"/>
                  <a:pt x="320402" y="1668720"/>
                </a:cubicBezTo>
                <a:cubicBezTo>
                  <a:pt x="319850" y="1663205"/>
                  <a:pt x="321230" y="1654932"/>
                  <a:pt x="317920" y="1652452"/>
                </a:cubicBezTo>
                <a:cubicBezTo>
                  <a:pt x="249815" y="1595650"/>
                  <a:pt x="248711" y="1594273"/>
                  <a:pt x="321779" y="1552359"/>
                </a:cubicBezTo>
                <a:cubicBezTo>
                  <a:pt x="347424" y="1537746"/>
                  <a:pt x="345218" y="1524786"/>
                  <a:pt x="331707" y="1506313"/>
                </a:cubicBezTo>
                <a:cubicBezTo>
                  <a:pt x="322055" y="1493353"/>
                  <a:pt x="310475" y="1481772"/>
                  <a:pt x="315990" y="1453371"/>
                </a:cubicBezTo>
                <a:cubicBezTo>
                  <a:pt x="355971" y="1489769"/>
                  <a:pt x="549259" y="1477912"/>
                  <a:pt x="583450" y="1474052"/>
                </a:cubicBezTo>
                <a:cubicBezTo>
                  <a:pt x="621777" y="1469917"/>
                  <a:pt x="659553" y="1452269"/>
                  <a:pt x="699809" y="1461919"/>
                </a:cubicBezTo>
                <a:cubicBezTo>
                  <a:pt x="732070" y="1469641"/>
                  <a:pt x="881516" y="1544364"/>
                  <a:pt x="902750" y="1458612"/>
                </a:cubicBezTo>
                <a:cubicBezTo>
                  <a:pt x="903853" y="1454475"/>
                  <a:pt x="964237" y="1464127"/>
                  <a:pt x="996774" y="1468814"/>
                </a:cubicBezTo>
                <a:cubicBezTo>
                  <a:pt x="1025451" y="1472674"/>
                  <a:pt x="1057712" y="1489769"/>
                  <a:pt x="1077012" y="1455578"/>
                </a:cubicBezTo>
                <a:cubicBezTo>
                  <a:pt x="1088317" y="1435450"/>
                  <a:pt x="1041719" y="1396571"/>
                  <a:pt x="1000083" y="1393262"/>
                </a:cubicBezTo>
                <a:cubicBezTo>
                  <a:pt x="963961" y="1390229"/>
                  <a:pt x="926186" y="1385817"/>
                  <a:pt x="891720" y="1394089"/>
                </a:cubicBezTo>
                <a:cubicBezTo>
                  <a:pt x="849258" y="1404017"/>
                  <a:pt x="826372" y="1388024"/>
                  <a:pt x="814515" y="1353557"/>
                </a:cubicBezTo>
                <a:cubicBezTo>
                  <a:pt x="801280" y="1315506"/>
                  <a:pt x="775911" y="1297858"/>
                  <a:pt x="740895" y="1280211"/>
                </a:cubicBezTo>
                <a:cubicBezTo>
                  <a:pt x="655967" y="1237474"/>
                  <a:pt x="574352" y="1188118"/>
                  <a:pt x="481154" y="1163301"/>
                </a:cubicBezTo>
                <a:cubicBezTo>
                  <a:pt x="462679" y="1158337"/>
                  <a:pt x="442276" y="1151719"/>
                  <a:pt x="433728" y="1118909"/>
                </a:cubicBezTo>
                <a:cubicBezTo>
                  <a:pt x="686023" y="1167987"/>
                  <a:pt x="915984" y="1295929"/>
                  <a:pt x="1176276" y="1288484"/>
                </a:cubicBezTo>
                <a:cubicBezTo>
                  <a:pt x="1105137" y="1247950"/>
                  <a:pt x="1022694" y="1245745"/>
                  <a:pt x="946867" y="1217344"/>
                </a:cubicBezTo>
                <a:cubicBezTo>
                  <a:pt x="1000635" y="1196113"/>
                  <a:pt x="1051094" y="1218172"/>
                  <a:pt x="1102104" y="1230304"/>
                </a:cubicBezTo>
                <a:cubicBezTo>
                  <a:pt x="1144843" y="1240230"/>
                  <a:pt x="1183446" y="1241885"/>
                  <a:pt x="1188133" y="1182603"/>
                </a:cubicBezTo>
                <a:cubicBezTo>
                  <a:pt x="1186478" y="1178742"/>
                  <a:pt x="1186754" y="1173780"/>
                  <a:pt x="1187030" y="1169092"/>
                </a:cubicBezTo>
                <a:cubicBezTo>
                  <a:pt x="1172690" y="1144552"/>
                  <a:pt x="1150358" y="1131868"/>
                  <a:pt x="1123887" y="1124698"/>
                </a:cubicBezTo>
                <a:cubicBezTo>
                  <a:pt x="1107894" y="1120286"/>
                  <a:pt x="1086663" y="1113668"/>
                  <a:pt x="1086938" y="1096023"/>
                </a:cubicBezTo>
                <a:cubicBezTo>
                  <a:pt x="1087765" y="1030674"/>
                  <a:pt x="1036756" y="1011647"/>
                  <a:pt x="985744" y="992622"/>
                </a:cubicBezTo>
                <a:cubicBezTo>
                  <a:pt x="1014145" y="960086"/>
                  <a:pt x="1036479" y="984074"/>
                  <a:pt x="1057987" y="981594"/>
                </a:cubicBezTo>
                <a:cubicBezTo>
                  <a:pt x="1072049" y="979939"/>
                  <a:pt x="1084733" y="976906"/>
                  <a:pt x="1084733" y="960086"/>
                </a:cubicBezTo>
                <a:cubicBezTo>
                  <a:pt x="1085008" y="946023"/>
                  <a:pt x="1078390" y="930030"/>
                  <a:pt x="1064605" y="929756"/>
                </a:cubicBezTo>
                <a:cubicBezTo>
                  <a:pt x="978300" y="927273"/>
                  <a:pt x="930599" y="836833"/>
                  <a:pt x="840985" y="836558"/>
                </a:cubicBezTo>
                <a:cubicBezTo>
                  <a:pt x="787493" y="836558"/>
                  <a:pt x="868834" y="785547"/>
                  <a:pt x="823615" y="764315"/>
                </a:cubicBezTo>
                <a:cubicBezTo>
                  <a:pt x="813687" y="759628"/>
                  <a:pt x="849533" y="752460"/>
                  <a:pt x="865526" y="753562"/>
                </a:cubicBezTo>
                <a:cubicBezTo>
                  <a:pt x="881242" y="754665"/>
                  <a:pt x="895304" y="768175"/>
                  <a:pt x="914331" y="758525"/>
                </a:cubicBezTo>
                <a:cubicBezTo>
                  <a:pt x="924808" y="724059"/>
                  <a:pt x="897787" y="711375"/>
                  <a:pt x="875452" y="701724"/>
                </a:cubicBezTo>
                <a:cubicBezTo>
                  <a:pt x="823889" y="679390"/>
                  <a:pt x="773706" y="652369"/>
                  <a:pt x="717181" y="644371"/>
                </a:cubicBezTo>
                <a:cubicBezTo>
                  <a:pt x="697053" y="641614"/>
                  <a:pt x="746133" y="604666"/>
                  <a:pt x="755783" y="591707"/>
                </a:cubicBezTo>
                <a:cubicBezTo>
                  <a:pt x="528304" y="455496"/>
                  <a:pt x="254778" y="462388"/>
                  <a:pt x="0" y="352370"/>
                </a:cubicBezTo>
                <a:cubicBezTo>
                  <a:pt x="56250" y="330864"/>
                  <a:pt x="97610" y="346580"/>
                  <a:pt x="135937" y="349889"/>
                </a:cubicBezTo>
                <a:cubicBezTo>
                  <a:pt x="231615" y="358160"/>
                  <a:pt x="326193" y="375256"/>
                  <a:pt x="421595" y="385458"/>
                </a:cubicBezTo>
                <a:cubicBezTo>
                  <a:pt x="468469" y="390421"/>
                  <a:pt x="512035" y="409172"/>
                  <a:pt x="564424" y="379393"/>
                </a:cubicBezTo>
                <a:cubicBezTo>
                  <a:pt x="599443" y="359540"/>
                  <a:pt x="655418" y="381046"/>
                  <a:pt x="698432" y="398694"/>
                </a:cubicBezTo>
                <a:cubicBezTo>
                  <a:pt x="734000" y="413307"/>
                  <a:pt x="767916" y="417167"/>
                  <a:pt x="815067" y="398694"/>
                </a:cubicBezTo>
                <a:cubicBezTo>
                  <a:pt x="772328" y="387389"/>
                  <a:pt x="739515" y="377463"/>
                  <a:pt x="705876" y="370568"/>
                </a:cubicBezTo>
                <a:cubicBezTo>
                  <a:pt x="679130" y="365055"/>
                  <a:pt x="742825" y="342719"/>
                  <a:pt x="775360" y="345477"/>
                </a:cubicBezTo>
                <a:cubicBezTo>
                  <a:pt x="820857" y="349337"/>
                  <a:pt x="795214" y="335000"/>
                  <a:pt x="787493" y="315146"/>
                </a:cubicBezTo>
                <a:cubicBezTo>
                  <a:pt x="779221" y="293915"/>
                  <a:pt x="803761" y="287298"/>
                  <a:pt x="819202" y="291709"/>
                </a:cubicBezTo>
                <a:cubicBezTo>
                  <a:pt x="878484" y="309081"/>
                  <a:pt x="937491" y="278474"/>
                  <a:pt x="998705" y="303291"/>
                </a:cubicBezTo>
                <a:cubicBezTo>
                  <a:pt x="983263" y="242077"/>
                  <a:pt x="949899" y="215331"/>
                  <a:pt x="880139" y="206783"/>
                </a:cubicBezTo>
                <a:cubicBezTo>
                  <a:pt x="853944" y="203475"/>
                  <a:pt x="826647" y="208438"/>
                  <a:pt x="804037" y="190790"/>
                </a:cubicBezTo>
                <a:cubicBezTo>
                  <a:pt x="791076" y="180590"/>
                  <a:pt x="776463" y="168457"/>
                  <a:pt x="786666" y="149707"/>
                </a:cubicBezTo>
                <a:cubicBezTo>
                  <a:pt x="793834" y="136471"/>
                  <a:pt x="809276" y="136471"/>
                  <a:pt x="821960" y="140884"/>
                </a:cubicBezTo>
                <a:cubicBezTo>
                  <a:pt x="878761" y="160461"/>
                  <a:pt x="938043" y="167630"/>
                  <a:pt x="997325" y="174800"/>
                </a:cubicBezTo>
                <a:cubicBezTo>
                  <a:pt x="1006426" y="175902"/>
                  <a:pt x="1016626" y="179487"/>
                  <a:pt x="1026829" y="161287"/>
                </a:cubicBezTo>
                <a:cubicBezTo>
                  <a:pt x="915984" y="131783"/>
                  <a:pt x="810655" y="89872"/>
                  <a:pt x="696777" y="73604"/>
                </a:cubicBezTo>
                <a:cubicBezTo>
                  <a:pt x="698432" y="65884"/>
                  <a:pt x="700086" y="58164"/>
                  <a:pt x="701741" y="50444"/>
                </a:cubicBezTo>
                <a:cubicBezTo>
                  <a:pt x="790801" y="61471"/>
                  <a:pt x="879864" y="72501"/>
                  <a:pt x="992362" y="86289"/>
                </a:cubicBezTo>
                <a:cubicBezTo>
                  <a:pt x="923153" y="42446"/>
                  <a:pt x="857805" y="57060"/>
                  <a:pt x="806519" y="18183"/>
                </a:cubicBezTo>
                <a:cubicBezTo>
                  <a:pt x="816170" y="3431"/>
                  <a:pt x="827820" y="-292"/>
                  <a:pt x="839883" y="18"/>
                </a:cubicBezTo>
                <a:close/>
              </a:path>
            </a:pathLst>
          </a:cu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74" name="AutoShape 2"/>
          <p:cNvSpPr/>
          <p:nvPr/>
        </p:nvSpPr>
        <p:spPr>
          <a:xfrm>
            <a:off x="5943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numCol="1" spcCol="0" anchor="t">
            <a:noAutofit/>
          </a:bodyPr>
          <a:lstStyle/>
          <a:p>
            <a:pPr defTabSz="914400">
              <a:lnSpc>
                <a:spcPct val="100000"/>
              </a:lnSpc>
            </a:pPr>
            <a:endParaRPr lang="en-US" sz="1800" b="0" strike="noStrike" spc="-1">
              <a:solidFill>
                <a:schemeClr val="dk1"/>
              </a:solidFill>
              <a:latin typeface="Aptos"/>
            </a:endParaRPr>
          </a:p>
        </p:txBody>
      </p:sp>
      <p:sp>
        <p:nvSpPr>
          <p:cNvPr id="75" name="AutoShape 4"/>
          <p:cNvSpPr/>
          <p:nvPr/>
        </p:nvSpPr>
        <p:spPr>
          <a:xfrm>
            <a:off x="6095880" y="3429000"/>
            <a:ext cx="304560" cy="304560"/>
          </a:xfrm>
          <a:prstGeom prst="rect">
            <a:avLst/>
          </a:prstGeom>
          <a:noFill/>
          <a:ln w="0">
            <a:noFill/>
          </a:ln>
        </p:spPr>
        <p:style>
          <a:lnRef idx="0">
            <a:scrgbClr r="0" g="0" b="0"/>
          </a:lnRef>
          <a:fillRef idx="0">
            <a:scrgbClr r="0" g="0" b="0"/>
          </a:fillRef>
          <a:effectRef idx="0">
            <a:scrgbClr r="0" g="0" b="0"/>
          </a:effectRef>
          <a:fontRef idx="minor"/>
        </p:style>
        <p:txBody>
          <a:bodyPr numCol="1" spcCol="0" anchor="t">
            <a:noAutofit/>
          </a:bodyPr>
          <a:lstStyle/>
          <a:p>
            <a:pPr defTabSz="914400">
              <a:lnSpc>
                <a:spcPct val="100000"/>
              </a:lnSpc>
            </a:pPr>
            <a:endParaRPr lang="en-US" sz="1800" b="0" strike="noStrike" spc="-1">
              <a:solidFill>
                <a:schemeClr val="dk1"/>
              </a:solidFill>
              <a:latin typeface="Aptos"/>
            </a:endParaRPr>
          </a:p>
        </p:txBody>
      </p:sp>
      <p:pic>
        <p:nvPicPr>
          <p:cNvPr id="76" name="Picture 7" descr="A blue and white logo&#10;&#10;AI-generated content may be incorrect."/>
          <p:cNvPicPr/>
          <p:nvPr/>
        </p:nvPicPr>
        <p:blipFill>
          <a:blip r:embed="rId3"/>
          <a:stretch/>
        </p:blipFill>
        <p:spPr>
          <a:xfrm>
            <a:off x="5779080" y="734400"/>
            <a:ext cx="1785600" cy="743760"/>
          </a:xfrm>
          <a:prstGeom prst="rect">
            <a:avLst/>
          </a:prstGeom>
          <a:ln w="0">
            <a:noFill/>
          </a:ln>
        </p:spPr>
      </p:pic>
      <p:pic>
        <p:nvPicPr>
          <p:cNvPr id="77" name="Picture 9" descr="A white logo on a blue background&#10;&#10;AI-generated content may be incorrect."/>
          <p:cNvPicPr/>
          <p:nvPr/>
        </p:nvPicPr>
        <p:blipFill>
          <a:blip r:embed="rId4"/>
          <a:stretch/>
        </p:blipFill>
        <p:spPr>
          <a:xfrm>
            <a:off x="8196480" y="734400"/>
            <a:ext cx="808560" cy="808560"/>
          </a:xfrm>
          <a:prstGeom prst="rect">
            <a:avLst/>
          </a:prstGeom>
          <a:ln w="0">
            <a:noFill/>
          </a:ln>
        </p:spPr>
      </p:pic>
      <p:pic>
        <p:nvPicPr>
          <p:cNvPr id="78" name="Picture 11" descr="A red dragon with horns and horns on a red background&#10;&#10;AI-generated content may be incorrect."/>
          <p:cNvPicPr/>
          <p:nvPr/>
        </p:nvPicPr>
        <p:blipFill>
          <a:blip r:embed="rId5"/>
          <a:stretch/>
        </p:blipFill>
        <p:spPr>
          <a:xfrm>
            <a:off x="9636840" y="734400"/>
            <a:ext cx="808560" cy="808560"/>
          </a:xfrm>
          <a:prstGeom prst="rect">
            <a:avLst/>
          </a:prstGeom>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79" name="Rectangle 8">
            <a:extLst>
              <a:ext uri="{C183D7F6-B498-43B3-948B-1728B52AA6E4}">
                <adec:decorative xmlns:adec="http://schemas.microsoft.com/office/drawing/2017/decorative" val="1"/>
              </a:ext>
            </a:extLst>
          </p:cNvPr>
          <p:cNvSpPr/>
          <p:nvPr/>
        </p:nvSpPr>
        <p:spPr>
          <a:xfrm>
            <a:off x="0" y="0"/>
            <a:ext cx="12191760" cy="6857640"/>
          </a:xfrm>
          <a:prstGeom prst="rect">
            <a:avLst/>
          </a:prstGeom>
          <a:ln w="12700">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80" name="PlaceHolder 1"/>
          <p:cNvSpPr>
            <a:spLocks noGrp="1"/>
          </p:cNvSpPr>
          <p:nvPr>
            <p:ph type="title"/>
          </p:nvPr>
        </p:nvSpPr>
        <p:spPr>
          <a:xfrm>
            <a:off x="1629720" y="934200"/>
            <a:ext cx="8924040" cy="1058040"/>
          </a:xfrm>
          <a:prstGeom prst="rect">
            <a:avLst/>
          </a:prstGeom>
          <a:noFill/>
          <a:ln w="0">
            <a:noFill/>
          </a:ln>
        </p:spPr>
        <p:txBody>
          <a:bodyPr lIns="91440" tIns="45720" rIns="91440" bIns="45720" anchor="ctr">
            <a:normAutofit/>
          </a:bodyPr>
          <a:lstStyle/>
          <a:p>
            <a:pPr indent="0" algn="ctr" defTabSz="914400">
              <a:lnSpc>
                <a:spcPct val="90000"/>
              </a:lnSpc>
              <a:buNone/>
            </a:pPr>
            <a:r>
              <a:rPr lang="en-US" sz="4400" b="0" strike="noStrike" spc="-1">
                <a:solidFill>
                  <a:schemeClr val="dk1"/>
                </a:solidFill>
                <a:latin typeface="Calisto MT"/>
              </a:rPr>
              <a:t>Motivation and Workshop goals</a:t>
            </a:r>
            <a:endParaRPr lang="en-US" sz="4400" b="0" strike="noStrike" spc="-1">
              <a:solidFill>
                <a:schemeClr val="dk1"/>
              </a:solidFill>
              <a:latin typeface="Aptos"/>
            </a:endParaRPr>
          </a:p>
        </p:txBody>
      </p:sp>
      <p:sp>
        <p:nvSpPr>
          <p:cNvPr id="81" name="Freeform: Shape 10">
            <a:extLst>
              <a:ext uri="{C183D7F6-B498-43B3-948B-1728B52AA6E4}">
                <adec:decorative xmlns:adec="http://schemas.microsoft.com/office/drawing/2017/decorative" val="1"/>
              </a:ext>
            </a:extLst>
          </p:cNvPr>
          <p:cNvSpPr/>
          <p:nvPr/>
        </p:nvSpPr>
        <p:spPr>
          <a:xfrm>
            <a:off x="1293840" y="2337840"/>
            <a:ext cx="9604080" cy="3585600"/>
          </a:xfrm>
          <a:custGeom>
            <a:avLst/>
            <a:gdLst>
              <a:gd name="textAreaLeft" fmla="*/ 0 w 9604080"/>
              <a:gd name="textAreaRight" fmla="*/ 9604440 w 9604080"/>
              <a:gd name="textAreaTop" fmla="*/ 0 h 3585600"/>
              <a:gd name="textAreaBottom" fmla="*/ 3585960 h 3585600"/>
            </a:gdLst>
            <a:ahLst/>
            <a:cxnLst/>
            <a:rect l="textAreaLeft" t="textAreaTop" r="textAreaRight" b="textAreaBottom"/>
            <a:pathLst>
              <a:path w="9604374" h="3585866">
                <a:moveTo>
                  <a:pt x="0" y="0"/>
                </a:moveTo>
                <a:lnTo>
                  <a:pt x="9604374" y="0"/>
                </a:lnTo>
                <a:lnTo>
                  <a:pt x="9604374" y="3095088"/>
                </a:lnTo>
                <a:lnTo>
                  <a:pt x="9591455" y="3097044"/>
                </a:lnTo>
                <a:cubicBezTo>
                  <a:pt x="9496183" y="3133516"/>
                  <a:pt x="9411472" y="3121301"/>
                  <a:pt x="9285147" y="3164182"/>
                </a:cubicBezTo>
                <a:cubicBezTo>
                  <a:pt x="9222914" y="3162781"/>
                  <a:pt x="9174371" y="3173454"/>
                  <a:pt x="9114078" y="3164299"/>
                </a:cubicBezTo>
                <a:cubicBezTo>
                  <a:pt x="9087411" y="3155904"/>
                  <a:pt x="9030947" y="3180906"/>
                  <a:pt x="8999665" y="3157864"/>
                </a:cubicBezTo>
                <a:cubicBezTo>
                  <a:pt x="8997339" y="3174606"/>
                  <a:pt x="8938300" y="3159909"/>
                  <a:pt x="8925240" y="3152135"/>
                </a:cubicBezTo>
                <a:cubicBezTo>
                  <a:pt x="8910091" y="3159441"/>
                  <a:pt x="8884639" y="3146109"/>
                  <a:pt x="8868257" y="3146819"/>
                </a:cubicBezTo>
                <a:cubicBezTo>
                  <a:pt x="8835852" y="3110204"/>
                  <a:pt x="8832251" y="3167659"/>
                  <a:pt x="8792363" y="3146856"/>
                </a:cubicBezTo>
                <a:cubicBezTo>
                  <a:pt x="8774838" y="3159285"/>
                  <a:pt x="8715420" y="3185652"/>
                  <a:pt x="8668399" y="3196893"/>
                </a:cubicBezTo>
                <a:cubicBezTo>
                  <a:pt x="8575902" y="3221445"/>
                  <a:pt x="8569506" y="3250654"/>
                  <a:pt x="8474043" y="3240734"/>
                </a:cubicBezTo>
                <a:cubicBezTo>
                  <a:pt x="8460613" y="3264436"/>
                  <a:pt x="8297088" y="3204738"/>
                  <a:pt x="8317555" y="3247156"/>
                </a:cubicBezTo>
                <a:cubicBezTo>
                  <a:pt x="8285696" y="3245083"/>
                  <a:pt x="8262352" y="3228203"/>
                  <a:pt x="8280111" y="3255812"/>
                </a:cubicBezTo>
                <a:lnTo>
                  <a:pt x="8096088" y="3253903"/>
                </a:lnTo>
                <a:cubicBezTo>
                  <a:pt x="7994084" y="3261603"/>
                  <a:pt x="7930388" y="3281921"/>
                  <a:pt x="7825642" y="3271628"/>
                </a:cubicBezTo>
                <a:cubicBezTo>
                  <a:pt x="7723046" y="3270395"/>
                  <a:pt x="7671282" y="3252297"/>
                  <a:pt x="7531820" y="3252671"/>
                </a:cubicBezTo>
                <a:cubicBezTo>
                  <a:pt x="7433606" y="3250277"/>
                  <a:pt x="7293100" y="3236234"/>
                  <a:pt x="7193751" y="3245192"/>
                </a:cubicBezTo>
                <a:cubicBezTo>
                  <a:pt x="7074822" y="3223769"/>
                  <a:pt x="7104250" y="3250265"/>
                  <a:pt x="6976768" y="3238559"/>
                </a:cubicBezTo>
                <a:cubicBezTo>
                  <a:pt x="6921032" y="3284865"/>
                  <a:pt x="6823818" y="3261794"/>
                  <a:pt x="6756462" y="3273268"/>
                </a:cubicBezTo>
                <a:cubicBezTo>
                  <a:pt x="6679037" y="3283316"/>
                  <a:pt x="6590030" y="3294204"/>
                  <a:pt x="6512214" y="3298845"/>
                </a:cubicBezTo>
                <a:cubicBezTo>
                  <a:pt x="6450581" y="3277980"/>
                  <a:pt x="6366042" y="3329199"/>
                  <a:pt x="6289569" y="3301118"/>
                </a:cubicBezTo>
                <a:cubicBezTo>
                  <a:pt x="6261432" y="3294355"/>
                  <a:pt x="6174310" y="3295209"/>
                  <a:pt x="6157816" y="3308643"/>
                </a:cubicBezTo>
                <a:cubicBezTo>
                  <a:pt x="6139648" y="3311557"/>
                  <a:pt x="6118459" y="3306799"/>
                  <a:pt x="6110062" y="3321185"/>
                </a:cubicBezTo>
                <a:cubicBezTo>
                  <a:pt x="6096189" y="3338498"/>
                  <a:pt x="6032810" y="3311765"/>
                  <a:pt x="6041832" y="3332190"/>
                </a:cubicBezTo>
                <a:cubicBezTo>
                  <a:pt x="5996830" y="3313871"/>
                  <a:pt x="5961033" y="3350141"/>
                  <a:pt x="5923195" y="3359104"/>
                </a:cubicBezTo>
                <a:cubicBezTo>
                  <a:pt x="5887750" y="3340930"/>
                  <a:pt x="5853570" y="3365323"/>
                  <a:pt x="5770972" y="3369893"/>
                </a:cubicBezTo>
                <a:cubicBezTo>
                  <a:pt x="5731993" y="3348876"/>
                  <a:pt x="5705091" y="3385599"/>
                  <a:pt x="5632583" y="3357730"/>
                </a:cubicBezTo>
                <a:cubicBezTo>
                  <a:pt x="5594087" y="3357562"/>
                  <a:pt x="5606154" y="3357443"/>
                  <a:pt x="5539996" y="3352890"/>
                </a:cubicBezTo>
                <a:cubicBezTo>
                  <a:pt x="5439049" y="3348000"/>
                  <a:pt x="5408459" y="3356166"/>
                  <a:pt x="5315460" y="3350411"/>
                </a:cubicBezTo>
                <a:cubicBezTo>
                  <a:pt x="5211119" y="3348356"/>
                  <a:pt x="5208881" y="3372469"/>
                  <a:pt x="5072455" y="3338147"/>
                </a:cubicBezTo>
                <a:cubicBezTo>
                  <a:pt x="5061717" y="3354508"/>
                  <a:pt x="5045493" y="3355753"/>
                  <a:pt x="5016364" y="3348937"/>
                </a:cubicBezTo>
                <a:cubicBezTo>
                  <a:pt x="4965900" y="3349130"/>
                  <a:pt x="4977835" y="3389131"/>
                  <a:pt x="4922276" y="3366515"/>
                </a:cubicBezTo>
                <a:cubicBezTo>
                  <a:pt x="4935702" y="3387794"/>
                  <a:pt x="4828733" y="3377760"/>
                  <a:pt x="4856444" y="3399463"/>
                </a:cubicBezTo>
                <a:cubicBezTo>
                  <a:pt x="4827698" y="3420094"/>
                  <a:pt x="4805019" y="3388256"/>
                  <a:pt x="4775993" y="3406312"/>
                </a:cubicBezTo>
                <a:cubicBezTo>
                  <a:pt x="4744470" y="3406056"/>
                  <a:pt x="4706605" y="3394901"/>
                  <a:pt x="4667320" y="3397926"/>
                </a:cubicBezTo>
                <a:cubicBezTo>
                  <a:pt x="4613435" y="3387476"/>
                  <a:pt x="4608100" y="3410487"/>
                  <a:pt x="4540268" y="3424464"/>
                </a:cubicBezTo>
                <a:cubicBezTo>
                  <a:pt x="4508279" y="3412969"/>
                  <a:pt x="4485989" y="3420063"/>
                  <a:pt x="4465491" y="3433154"/>
                </a:cubicBezTo>
                <a:cubicBezTo>
                  <a:pt x="4396498" y="3432601"/>
                  <a:pt x="4338078" y="3453569"/>
                  <a:pt x="4262864" y="3464075"/>
                </a:cubicBezTo>
                <a:cubicBezTo>
                  <a:pt x="4180249" y="3483394"/>
                  <a:pt x="4225769" y="3479019"/>
                  <a:pt x="4175005" y="3493545"/>
                </a:cubicBezTo>
                <a:lnTo>
                  <a:pt x="4030100" y="3514212"/>
                </a:lnTo>
                <a:lnTo>
                  <a:pt x="3926631" y="3525304"/>
                </a:lnTo>
                <a:lnTo>
                  <a:pt x="3897306" y="3547095"/>
                </a:lnTo>
                <a:lnTo>
                  <a:pt x="3896886" y="3547500"/>
                </a:lnTo>
                <a:lnTo>
                  <a:pt x="3834004" y="3550510"/>
                </a:lnTo>
                <a:cubicBezTo>
                  <a:pt x="3800562" y="3554957"/>
                  <a:pt x="3734185" y="3568533"/>
                  <a:pt x="3696227" y="3574175"/>
                </a:cubicBezTo>
                <a:cubicBezTo>
                  <a:pt x="3661780" y="3570074"/>
                  <a:pt x="3640587" y="3551815"/>
                  <a:pt x="3652821" y="3580368"/>
                </a:cubicBezTo>
                <a:cubicBezTo>
                  <a:pt x="3641506" y="3579831"/>
                  <a:pt x="3634593" y="3582151"/>
                  <a:pt x="3629691" y="3585866"/>
                </a:cubicBezTo>
                <a:lnTo>
                  <a:pt x="3595018" y="3571623"/>
                </a:lnTo>
                <a:lnTo>
                  <a:pt x="3551656" y="3577800"/>
                </a:lnTo>
                <a:lnTo>
                  <a:pt x="3541558" y="3579797"/>
                </a:lnTo>
                <a:lnTo>
                  <a:pt x="3465708" y="3565931"/>
                </a:lnTo>
                <a:lnTo>
                  <a:pt x="3458313" y="3560366"/>
                </a:lnTo>
                <a:cubicBezTo>
                  <a:pt x="3450380" y="3556940"/>
                  <a:pt x="3439090" y="3555355"/>
                  <a:pt x="3420278" y="3557947"/>
                </a:cubicBezTo>
                <a:lnTo>
                  <a:pt x="3415952" y="3559424"/>
                </a:lnTo>
                <a:lnTo>
                  <a:pt x="3384432" y="3550905"/>
                </a:lnTo>
                <a:cubicBezTo>
                  <a:pt x="3374259" y="3547029"/>
                  <a:pt x="3265415" y="3542149"/>
                  <a:pt x="3258039" y="3535884"/>
                </a:cubicBezTo>
                <a:cubicBezTo>
                  <a:pt x="3138852" y="3551394"/>
                  <a:pt x="3130647" y="3523871"/>
                  <a:pt x="3015008" y="3528000"/>
                </a:cubicBezTo>
                <a:cubicBezTo>
                  <a:pt x="2914857" y="3486061"/>
                  <a:pt x="2851687" y="3511605"/>
                  <a:pt x="2761910" y="3505496"/>
                </a:cubicBezTo>
                <a:cubicBezTo>
                  <a:pt x="2676401" y="3501198"/>
                  <a:pt x="2636809" y="3514769"/>
                  <a:pt x="2521923" y="3514208"/>
                </a:cubicBezTo>
                <a:cubicBezTo>
                  <a:pt x="2400197" y="3505062"/>
                  <a:pt x="2222818" y="3509922"/>
                  <a:pt x="2085894" y="3490122"/>
                </a:cubicBezTo>
                <a:cubicBezTo>
                  <a:pt x="1978312" y="3483748"/>
                  <a:pt x="1977940" y="3488460"/>
                  <a:pt x="1936305" y="3487966"/>
                </a:cubicBezTo>
                <a:cubicBezTo>
                  <a:pt x="1922459" y="3490683"/>
                  <a:pt x="1849334" y="3482739"/>
                  <a:pt x="1836080" y="3487150"/>
                </a:cubicBezTo>
                <a:lnTo>
                  <a:pt x="1829133" y="3489437"/>
                </a:lnTo>
                <a:lnTo>
                  <a:pt x="1801140" y="3490787"/>
                </a:lnTo>
                <a:lnTo>
                  <a:pt x="1793476" y="3500921"/>
                </a:lnTo>
                <a:lnTo>
                  <a:pt x="1699923" y="3509706"/>
                </a:lnTo>
                <a:cubicBezTo>
                  <a:pt x="1637728" y="3485036"/>
                  <a:pt x="1584624" y="3514467"/>
                  <a:pt x="1474760" y="3513685"/>
                </a:cubicBezTo>
                <a:cubicBezTo>
                  <a:pt x="1445646" y="3505164"/>
                  <a:pt x="1329781" y="3484421"/>
                  <a:pt x="1308130" y="3496703"/>
                </a:cubicBezTo>
                <a:cubicBezTo>
                  <a:pt x="1287409" y="3498430"/>
                  <a:pt x="1265391" y="3492347"/>
                  <a:pt x="1252381" y="3506093"/>
                </a:cubicBezTo>
                <a:cubicBezTo>
                  <a:pt x="1232588" y="3522393"/>
                  <a:pt x="1170020" y="3491785"/>
                  <a:pt x="1174550" y="3512642"/>
                </a:cubicBezTo>
                <a:cubicBezTo>
                  <a:pt x="1119896" y="3512841"/>
                  <a:pt x="1000484" y="3507431"/>
                  <a:pt x="924455" y="3507283"/>
                </a:cubicBezTo>
                <a:cubicBezTo>
                  <a:pt x="887180" y="3483915"/>
                  <a:pt x="777361" y="3516071"/>
                  <a:pt x="718373" y="3511753"/>
                </a:cubicBezTo>
                <a:cubicBezTo>
                  <a:pt x="666588" y="3513355"/>
                  <a:pt x="661645" y="3525551"/>
                  <a:pt x="600444" y="3520899"/>
                </a:cubicBezTo>
                <a:cubicBezTo>
                  <a:pt x="491334" y="3516943"/>
                  <a:pt x="451794" y="3507522"/>
                  <a:pt x="351173" y="3495843"/>
                </a:cubicBezTo>
                <a:cubicBezTo>
                  <a:pt x="237121" y="3487112"/>
                  <a:pt x="235857" y="3499212"/>
                  <a:pt x="108372" y="3484386"/>
                </a:cubicBezTo>
                <a:cubicBezTo>
                  <a:pt x="86318" y="3481054"/>
                  <a:pt x="40657" y="3480329"/>
                  <a:pt x="6467" y="3476532"/>
                </a:cubicBezTo>
                <a:lnTo>
                  <a:pt x="0" y="3475412"/>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82" name="Rectangle 6">
            <a:extLst>
              <a:ext uri="{C183D7F6-B498-43B3-948B-1728B52AA6E4}">
                <adec:decorative xmlns:adec="http://schemas.microsoft.com/office/drawing/2017/decorative" val="1"/>
              </a:ext>
            </a:extLst>
          </p:cNvPr>
          <p:cNvSpPr/>
          <p:nvPr/>
        </p:nvSpPr>
        <p:spPr>
          <a:xfrm>
            <a:off x="5421600" y="2190600"/>
            <a:ext cx="1348200" cy="407520"/>
          </a:xfrm>
          <a:custGeom>
            <a:avLst/>
            <a:gdLst>
              <a:gd name="textAreaLeft" fmla="*/ 0 w 1348200"/>
              <a:gd name="textAreaRight" fmla="*/ 1348560 w 1348200"/>
              <a:gd name="textAreaTop" fmla="*/ 0 h 407520"/>
              <a:gd name="textAreaBottom" fmla="*/ 407880 h 407520"/>
            </a:gdLst>
            <a:ahLst/>
            <a:cxnLst/>
            <a:rect l="textAreaLeft" t="textAreaTop" r="textAreaRight" b="textAreaBottom"/>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480"/>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83" name="PlaceHolder 2"/>
          <p:cNvSpPr>
            <a:spLocks noGrp="1"/>
          </p:cNvSpPr>
          <p:nvPr>
            <p:ph/>
          </p:nvPr>
        </p:nvSpPr>
        <p:spPr>
          <a:xfrm>
            <a:off x="1941120" y="2752200"/>
            <a:ext cx="8309160" cy="275652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en-US" sz="1700" b="0" strike="noStrike" spc="-1">
                <a:solidFill>
                  <a:schemeClr val="dk1"/>
                </a:solidFill>
                <a:latin typeface="Calisto MT"/>
              </a:rPr>
              <a:t>Learn about reverse engineering</a:t>
            </a:r>
            <a:endParaRPr lang="en-US" sz="1700" b="0" strike="noStrike" spc="-1">
              <a:solidFill>
                <a:schemeClr val="dk1"/>
              </a:solidFill>
              <a:latin typeface="Aptos"/>
            </a:endParaRPr>
          </a:p>
          <a:p>
            <a:pPr marL="228600" indent="-228600" defTabSz="914400">
              <a:lnSpc>
                <a:spcPct val="90000"/>
              </a:lnSpc>
              <a:spcBef>
                <a:spcPts val="1001"/>
              </a:spcBef>
              <a:buClr>
                <a:srgbClr val="000000"/>
              </a:buClr>
              <a:buFont typeface="Arial"/>
              <a:buChar char="•"/>
            </a:pPr>
            <a:r>
              <a:rPr lang="en-US" sz="1700" b="0" strike="noStrike" spc="-1">
                <a:solidFill>
                  <a:schemeClr val="dk1"/>
                </a:solidFill>
                <a:latin typeface="Calisto MT"/>
              </a:rPr>
              <a:t>Analyze binaries in new ways (beyond decompilers)</a:t>
            </a:r>
            <a:endParaRPr lang="en-US" sz="1700" b="0" strike="noStrike" spc="-1">
              <a:solidFill>
                <a:schemeClr val="dk1"/>
              </a:solidFill>
              <a:latin typeface="Aptos"/>
            </a:endParaRPr>
          </a:p>
          <a:p>
            <a:pPr marL="228600" indent="-228600" defTabSz="914400">
              <a:lnSpc>
                <a:spcPct val="90000"/>
              </a:lnSpc>
              <a:spcBef>
                <a:spcPts val="1001"/>
              </a:spcBef>
              <a:buClr>
                <a:srgbClr val="000000"/>
              </a:buClr>
              <a:buFont typeface="Arial"/>
              <a:buChar char="•"/>
            </a:pPr>
            <a:r>
              <a:rPr lang="en-US" sz="1700" b="0" strike="noStrike" spc="-1">
                <a:solidFill>
                  <a:schemeClr val="dk1"/>
                </a:solidFill>
                <a:latin typeface="Calisto MT"/>
              </a:rPr>
              <a:t>Discover new concepts</a:t>
            </a:r>
            <a:endParaRPr lang="en-US" sz="1700" b="0" strike="noStrike" spc="-1">
              <a:solidFill>
                <a:schemeClr val="dk1"/>
              </a:solidFill>
              <a:latin typeface="Aptos"/>
            </a:endParaRPr>
          </a:p>
          <a:p>
            <a:pPr marL="228600" indent="-228600" defTabSz="914400">
              <a:lnSpc>
                <a:spcPct val="90000"/>
              </a:lnSpc>
              <a:spcBef>
                <a:spcPts val="1001"/>
              </a:spcBef>
              <a:buClr>
                <a:srgbClr val="000000"/>
              </a:buClr>
              <a:buFont typeface="Arial"/>
              <a:buChar char="•"/>
            </a:pPr>
            <a:r>
              <a:rPr lang="en-US" sz="1700" b="0" strike="noStrike" spc="-1">
                <a:solidFill>
                  <a:schemeClr val="dk1"/>
                </a:solidFill>
                <a:latin typeface="Calisto MT"/>
              </a:rPr>
              <a:t>Build a practical mental model</a:t>
            </a:r>
            <a:endParaRPr lang="en-US" sz="1700" b="0" strike="noStrike" spc="-1">
              <a:solidFill>
                <a:schemeClr val="dk1"/>
              </a:solidFill>
              <a:latin typeface="Aptos"/>
            </a:endParaRPr>
          </a:p>
          <a:p>
            <a:pPr marL="228600" indent="-228600" defTabSz="914400">
              <a:lnSpc>
                <a:spcPct val="90000"/>
              </a:lnSpc>
              <a:spcBef>
                <a:spcPts val="1001"/>
              </a:spcBef>
              <a:buClr>
                <a:srgbClr val="000000"/>
              </a:buClr>
              <a:buFont typeface="Arial"/>
              <a:buChar char="•"/>
            </a:pPr>
            <a:r>
              <a:rPr lang="en-US" sz="1700" b="0" strike="noStrike" spc="-1">
                <a:solidFill>
                  <a:schemeClr val="dk1"/>
                </a:solidFill>
                <a:latin typeface="Calisto MT"/>
              </a:rPr>
              <a:t>Learn when emulation and symbolic execution help because we often neglect it (we tend to focus on static and dynamic only)</a:t>
            </a:r>
            <a:endParaRPr lang="en-US" sz="1700" b="0" strike="noStrike" spc="-1">
              <a:solidFill>
                <a:schemeClr val="dk1"/>
              </a:solidFill>
              <a:latin typeface="Aptos"/>
            </a:endParaRPr>
          </a:p>
          <a:p>
            <a:pPr marL="228600" indent="-228600" defTabSz="914400">
              <a:lnSpc>
                <a:spcPct val="90000"/>
              </a:lnSpc>
              <a:spcBef>
                <a:spcPts val="1001"/>
              </a:spcBef>
              <a:buClr>
                <a:srgbClr val="000000"/>
              </a:buClr>
              <a:buFont typeface="Arial"/>
              <a:buChar char="•"/>
            </a:pPr>
            <a:r>
              <a:rPr lang="en-US" sz="1700" b="0" strike="noStrike" spc="-1">
                <a:solidFill>
                  <a:schemeClr val="dk1"/>
                </a:solidFill>
                <a:latin typeface="Calisto MT"/>
              </a:rPr>
              <a:t>Develop intuition to learn more about the field and subjects discussed</a:t>
            </a:r>
            <a:endParaRPr lang="en-US" sz="1700" b="0" strike="noStrike" spc="-1">
              <a:solidFill>
                <a:schemeClr val="dk1"/>
              </a:solidFill>
              <a:latin typeface="Aptos"/>
            </a:endParaRPr>
          </a:p>
        </p:txBody>
      </p:sp>
      <p:sp>
        <p:nvSpPr>
          <p:cNvPr id="84" name="Rectangle 1"/>
          <p:cNvSpPr/>
          <p:nvPr/>
        </p:nvSpPr>
        <p:spPr>
          <a:xfrm>
            <a:off x="0" y="-361800"/>
            <a:ext cx="264600" cy="722880"/>
          </a:xfrm>
          <a:prstGeom prst="rect">
            <a:avLst/>
          </a:prstGeom>
          <a:noFill/>
          <a:ln w="0">
            <a:noFill/>
          </a:ln>
        </p:spPr>
        <p:style>
          <a:lnRef idx="0">
            <a:scrgbClr r="0" g="0" b="0"/>
          </a:lnRef>
          <a:fillRef idx="0">
            <a:scrgbClr r="0" g="0" b="0"/>
          </a:fillRef>
          <a:effectRef idx="0">
            <a:scrgbClr r="0" g="0" b="0"/>
          </a:effectRef>
          <a:fontRef idx="minor"/>
        </p:style>
        <p:txBody>
          <a:bodyPr wrap="none" numCol="1" spcCol="0" anchor="ctr">
            <a:spAutoFit/>
          </a:bodyPr>
          <a:lstStyle/>
          <a:p>
            <a:pPr defTabSz="914400">
              <a:lnSpc>
                <a:spcPct val="100000"/>
              </a:lnSpc>
              <a:spcAft>
                <a:spcPts val="601"/>
              </a:spcAft>
              <a:tabLst>
                <a:tab pos="0" algn="l"/>
              </a:tabLst>
            </a:pPr>
            <a:endParaRPr lang="en-US" sz="1800" b="0" strike="noStrike" spc="-1">
              <a:solidFill>
                <a:srgbClr val="000000"/>
              </a:solidFill>
              <a:latin typeface="Arial"/>
            </a:endParaRPr>
          </a:p>
          <a:p>
            <a:pPr defTabSz="914400">
              <a:lnSpc>
                <a:spcPct val="100000"/>
              </a:lnSpc>
              <a:spcAft>
                <a:spcPts val="601"/>
              </a:spcAft>
              <a:tabLst>
                <a:tab pos="0" algn="l"/>
              </a:tabLst>
            </a:pPr>
            <a:endParaRPr lang="en-US" sz="1800" b="0" strike="noStrike" spc="-1">
              <a:solidFill>
                <a:srgbClr val="000000"/>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85" name="Rectangle 19">
            <a:extLst>
              <a:ext uri="{C183D7F6-B498-43B3-948B-1728B52AA6E4}">
                <adec:decorative xmlns:adec="http://schemas.microsoft.com/office/drawing/2017/decorative" val="1"/>
              </a:ext>
            </a:extLst>
          </p:cNvPr>
          <p:cNvSpPr/>
          <p:nvPr/>
        </p:nvSpPr>
        <p:spPr>
          <a:xfrm>
            <a:off x="0" y="0"/>
            <a:ext cx="12191760" cy="6857640"/>
          </a:xfrm>
          <a:prstGeom prst="rect">
            <a:avLst/>
          </a:prstGeom>
          <a:ln w="12700">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86" name="Freeform: Shape 21">
            <a:extLst>
              <a:ext uri="{C183D7F6-B498-43B3-948B-1728B52AA6E4}">
                <adec:decorative xmlns:adec="http://schemas.microsoft.com/office/drawing/2017/decorative" val="1"/>
              </a:ext>
            </a:extLst>
          </p:cNvPr>
          <p:cNvSpPr/>
          <p:nvPr/>
        </p:nvSpPr>
        <p:spPr>
          <a:xfrm>
            <a:off x="9708120" y="0"/>
            <a:ext cx="2483640" cy="6857640"/>
          </a:xfrm>
          <a:custGeom>
            <a:avLst/>
            <a:gdLst>
              <a:gd name="textAreaLeft" fmla="*/ 0 w 2483640"/>
              <a:gd name="textAreaRight" fmla="*/ 2484000 w 2483640"/>
              <a:gd name="textAreaTop" fmla="*/ 0 h 6857640"/>
              <a:gd name="textAreaBottom" fmla="*/ 6858000 h 6857640"/>
            </a:gdLst>
            <a:ahLst/>
            <a:cxnLst/>
            <a:rect l="textAreaLeft" t="textAreaTop" r="textAreaRight" b="textAreaBottom"/>
            <a:pathLst>
              <a:path w="2632012" h="6858000">
                <a:moveTo>
                  <a:pt x="932173" y="1512545"/>
                </a:moveTo>
                <a:lnTo>
                  <a:pt x="932462" y="1512581"/>
                </a:lnTo>
                <a:lnTo>
                  <a:pt x="932378" y="1512599"/>
                </a:lnTo>
                <a:cubicBezTo>
                  <a:pt x="930618" y="1512681"/>
                  <a:pt x="930202" y="1512462"/>
                  <a:pt x="932173" y="1512545"/>
                </a:cubicBezTo>
                <a:close/>
                <a:moveTo>
                  <a:pt x="1207569" y="0"/>
                </a:moveTo>
                <a:lnTo>
                  <a:pt x="2632012" y="0"/>
                </a:lnTo>
                <a:lnTo>
                  <a:pt x="2632012" y="6858000"/>
                </a:lnTo>
                <a:lnTo>
                  <a:pt x="13514" y="6858000"/>
                </a:lnTo>
                <a:cubicBezTo>
                  <a:pt x="13399" y="6842943"/>
                  <a:pt x="13285" y="6827886"/>
                  <a:pt x="13170" y="6812829"/>
                </a:cubicBezTo>
                <a:cubicBezTo>
                  <a:pt x="12714" y="6794763"/>
                  <a:pt x="13524" y="6777517"/>
                  <a:pt x="20332" y="6760689"/>
                </a:cubicBezTo>
                <a:cubicBezTo>
                  <a:pt x="10828" y="6746468"/>
                  <a:pt x="7794" y="6733277"/>
                  <a:pt x="25596" y="6721251"/>
                </a:cubicBezTo>
                <a:cubicBezTo>
                  <a:pt x="24143" y="6683539"/>
                  <a:pt x="1631" y="6673595"/>
                  <a:pt x="22507" y="6650499"/>
                </a:cubicBezTo>
                <a:cubicBezTo>
                  <a:pt x="-25124" y="6620536"/>
                  <a:pt x="16765" y="6629253"/>
                  <a:pt x="22444" y="6604241"/>
                </a:cubicBezTo>
                <a:cubicBezTo>
                  <a:pt x="28668" y="6588866"/>
                  <a:pt x="29169" y="6574778"/>
                  <a:pt x="31867" y="6559984"/>
                </a:cubicBezTo>
                <a:cubicBezTo>
                  <a:pt x="4443" y="6566661"/>
                  <a:pt x="62924" y="6515664"/>
                  <a:pt x="38635" y="6515473"/>
                </a:cubicBezTo>
                <a:cubicBezTo>
                  <a:pt x="72259" y="6495428"/>
                  <a:pt x="29118" y="6488543"/>
                  <a:pt x="38467" y="6463736"/>
                </a:cubicBezTo>
                <a:cubicBezTo>
                  <a:pt x="50944" y="6451623"/>
                  <a:pt x="52742" y="6443270"/>
                  <a:pt x="38052" y="6432794"/>
                </a:cubicBezTo>
                <a:cubicBezTo>
                  <a:pt x="98939" y="6376824"/>
                  <a:pt x="58603" y="6351821"/>
                  <a:pt x="80445" y="6301309"/>
                </a:cubicBezTo>
                <a:cubicBezTo>
                  <a:pt x="103917" y="6257537"/>
                  <a:pt x="78836" y="6301310"/>
                  <a:pt x="138157" y="6257030"/>
                </a:cubicBezTo>
                <a:cubicBezTo>
                  <a:pt x="155187" y="6248574"/>
                  <a:pt x="166108" y="6186701"/>
                  <a:pt x="170419" y="6171255"/>
                </a:cubicBezTo>
                <a:cubicBezTo>
                  <a:pt x="174731" y="6155809"/>
                  <a:pt x="166522" y="6166390"/>
                  <a:pt x="164027" y="6164357"/>
                </a:cubicBezTo>
                <a:cubicBezTo>
                  <a:pt x="206228" y="6137678"/>
                  <a:pt x="184454" y="6121750"/>
                  <a:pt x="213309" y="6109331"/>
                </a:cubicBezTo>
                <a:cubicBezTo>
                  <a:pt x="224262" y="6067371"/>
                  <a:pt x="183175" y="5890445"/>
                  <a:pt x="208456" y="5878851"/>
                </a:cubicBezTo>
                <a:cubicBezTo>
                  <a:pt x="225886" y="5808435"/>
                  <a:pt x="192379" y="5574013"/>
                  <a:pt x="219615" y="5557777"/>
                </a:cubicBezTo>
                <a:lnTo>
                  <a:pt x="245711" y="5066230"/>
                </a:lnTo>
                <a:cubicBezTo>
                  <a:pt x="117719" y="4582016"/>
                  <a:pt x="230524" y="4647254"/>
                  <a:pt x="276721" y="4162848"/>
                </a:cubicBezTo>
                <a:lnTo>
                  <a:pt x="343082" y="3059377"/>
                </a:lnTo>
                <a:cubicBezTo>
                  <a:pt x="347947" y="2889121"/>
                  <a:pt x="364765" y="2862299"/>
                  <a:pt x="369630" y="2692043"/>
                </a:cubicBezTo>
                <a:cubicBezTo>
                  <a:pt x="369393" y="2690043"/>
                  <a:pt x="435560" y="2522082"/>
                  <a:pt x="435324" y="2520083"/>
                </a:cubicBezTo>
                <a:lnTo>
                  <a:pt x="482259" y="2336178"/>
                </a:lnTo>
                <a:cubicBezTo>
                  <a:pt x="516201" y="2267350"/>
                  <a:pt x="537443" y="2148254"/>
                  <a:pt x="569515" y="2091909"/>
                </a:cubicBezTo>
                <a:cubicBezTo>
                  <a:pt x="629286" y="2030534"/>
                  <a:pt x="622061" y="2045605"/>
                  <a:pt x="638163" y="1994147"/>
                </a:cubicBezTo>
                <a:cubicBezTo>
                  <a:pt x="633178" y="1967912"/>
                  <a:pt x="705417" y="1945185"/>
                  <a:pt x="737312" y="1871408"/>
                </a:cubicBezTo>
                <a:cubicBezTo>
                  <a:pt x="759407" y="1814663"/>
                  <a:pt x="795838" y="1856475"/>
                  <a:pt x="788501" y="1793826"/>
                </a:cubicBezTo>
                <a:cubicBezTo>
                  <a:pt x="796402" y="1792725"/>
                  <a:pt x="813276" y="1750182"/>
                  <a:pt x="819432" y="1746824"/>
                </a:cubicBezTo>
                <a:lnTo>
                  <a:pt x="843936" y="1697348"/>
                </a:lnTo>
                <a:cubicBezTo>
                  <a:pt x="847635" y="1681502"/>
                  <a:pt x="845709" y="1667584"/>
                  <a:pt x="846526" y="1659754"/>
                </a:cubicBezTo>
                <a:lnTo>
                  <a:pt x="873830" y="1628041"/>
                </a:lnTo>
                <a:lnTo>
                  <a:pt x="890626" y="1599883"/>
                </a:lnTo>
                <a:lnTo>
                  <a:pt x="921288" y="1579569"/>
                </a:lnTo>
                <a:cubicBezTo>
                  <a:pt x="921111" y="1565502"/>
                  <a:pt x="920933" y="1551436"/>
                  <a:pt x="920756" y="1537369"/>
                </a:cubicBezTo>
                <a:cubicBezTo>
                  <a:pt x="918173" y="1533598"/>
                  <a:pt x="943194" y="1519497"/>
                  <a:pt x="946290" y="1514308"/>
                </a:cubicBezTo>
                <a:lnTo>
                  <a:pt x="932462" y="1512581"/>
                </a:lnTo>
                <a:lnTo>
                  <a:pt x="940652" y="1510839"/>
                </a:lnTo>
                <a:cubicBezTo>
                  <a:pt x="944059" y="1509546"/>
                  <a:pt x="947769" y="1507347"/>
                  <a:pt x="950739" y="1503635"/>
                </a:cubicBezTo>
                <a:lnTo>
                  <a:pt x="966405" y="1439967"/>
                </a:lnTo>
                <a:cubicBezTo>
                  <a:pt x="966567" y="1437915"/>
                  <a:pt x="970755" y="1392639"/>
                  <a:pt x="973516" y="1389073"/>
                </a:cubicBezTo>
                <a:lnTo>
                  <a:pt x="986960" y="1351857"/>
                </a:lnTo>
                <a:lnTo>
                  <a:pt x="987761" y="1363479"/>
                </a:lnTo>
                <a:cubicBezTo>
                  <a:pt x="987046" y="1391389"/>
                  <a:pt x="991418" y="1341827"/>
                  <a:pt x="989043" y="1346093"/>
                </a:cubicBezTo>
                <a:lnTo>
                  <a:pt x="986960" y="1351857"/>
                </a:lnTo>
                <a:lnTo>
                  <a:pt x="985769" y="1334556"/>
                </a:lnTo>
                <a:cubicBezTo>
                  <a:pt x="983992" y="1300062"/>
                  <a:pt x="982872" y="1251835"/>
                  <a:pt x="982507" y="1216698"/>
                </a:cubicBezTo>
                <a:cubicBezTo>
                  <a:pt x="989105" y="1176777"/>
                  <a:pt x="968656" y="1115073"/>
                  <a:pt x="984836" y="1082381"/>
                </a:cubicBezTo>
                <a:cubicBezTo>
                  <a:pt x="976467" y="1067557"/>
                  <a:pt x="974466" y="1054191"/>
                  <a:pt x="993140" y="1043366"/>
                </a:cubicBezTo>
                <a:cubicBezTo>
                  <a:pt x="994613" y="1005627"/>
                  <a:pt x="972947" y="994211"/>
                  <a:pt x="995544" y="972540"/>
                </a:cubicBezTo>
                <a:cubicBezTo>
                  <a:pt x="1001437" y="952637"/>
                  <a:pt x="1021106" y="938879"/>
                  <a:pt x="1028500" y="923945"/>
                </a:cubicBezTo>
                <a:cubicBezTo>
                  <a:pt x="1032923" y="901661"/>
                  <a:pt x="1022511" y="861628"/>
                  <a:pt x="1022082" y="838835"/>
                </a:cubicBezTo>
                <a:cubicBezTo>
                  <a:pt x="1057150" y="821053"/>
                  <a:pt x="1014683" y="811325"/>
                  <a:pt x="1025925" y="787183"/>
                </a:cubicBezTo>
                <a:cubicBezTo>
                  <a:pt x="1039299" y="775919"/>
                  <a:pt x="1041738" y="767701"/>
                  <a:pt x="1027904" y="756272"/>
                </a:cubicBezTo>
                <a:cubicBezTo>
                  <a:pt x="1092931" y="704439"/>
                  <a:pt x="1063111" y="690611"/>
                  <a:pt x="1088796" y="641639"/>
                </a:cubicBezTo>
                <a:cubicBezTo>
                  <a:pt x="1115586" y="599503"/>
                  <a:pt x="1101832" y="585408"/>
                  <a:pt x="1164389" y="545140"/>
                </a:cubicBezTo>
                <a:cubicBezTo>
                  <a:pt x="1183904" y="515341"/>
                  <a:pt x="1212474" y="444932"/>
                  <a:pt x="1225321" y="413843"/>
                </a:cubicBezTo>
                <a:cubicBezTo>
                  <a:pt x="1235550" y="389613"/>
                  <a:pt x="1230254" y="392779"/>
                  <a:pt x="1241477" y="358607"/>
                </a:cubicBezTo>
                <a:cubicBezTo>
                  <a:pt x="1244505" y="325057"/>
                  <a:pt x="1241891" y="287714"/>
                  <a:pt x="1246119" y="254866"/>
                </a:cubicBezTo>
                <a:cubicBezTo>
                  <a:pt x="1250325" y="233178"/>
                  <a:pt x="1255354" y="194919"/>
                  <a:pt x="1266837" y="161517"/>
                </a:cubicBezTo>
                <a:cubicBezTo>
                  <a:pt x="1312077" y="135871"/>
                  <a:pt x="1280314" y="75805"/>
                  <a:pt x="1315021" y="54455"/>
                </a:cubicBezTo>
                <a:cubicBezTo>
                  <a:pt x="1325412" y="38765"/>
                  <a:pt x="1323873" y="23602"/>
                  <a:pt x="1319335" y="8880"/>
                </a:cubicBezTo>
                <a:lnTo>
                  <a:pt x="1316402" y="852"/>
                </a:lnTo>
                <a:lnTo>
                  <a:pt x="1207569"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87" name="PlaceHolder 1"/>
          <p:cNvSpPr>
            <a:spLocks noGrp="1"/>
          </p:cNvSpPr>
          <p:nvPr>
            <p:ph type="title"/>
          </p:nvPr>
        </p:nvSpPr>
        <p:spPr>
          <a:xfrm>
            <a:off x="1136880" y="609480"/>
            <a:ext cx="8903160" cy="1330560"/>
          </a:xfrm>
          <a:prstGeom prst="rect">
            <a:avLst/>
          </a:prstGeom>
          <a:noFill/>
          <a:ln w="0">
            <a:noFill/>
          </a:ln>
        </p:spPr>
        <p:txBody>
          <a:bodyPr lIns="91440" tIns="45720" rIns="91440" bIns="45720" anchor="ctr">
            <a:normAutofit/>
          </a:bodyPr>
          <a:lstStyle/>
          <a:p>
            <a:pPr indent="0" defTabSz="914400">
              <a:lnSpc>
                <a:spcPct val="90000"/>
              </a:lnSpc>
              <a:buNone/>
            </a:pPr>
            <a:r>
              <a:rPr lang="en-US" sz="4400" b="0" strike="noStrike" spc="-1">
                <a:solidFill>
                  <a:schemeClr val="dk1"/>
                </a:solidFill>
                <a:latin typeface="Calisto MT"/>
              </a:rPr>
              <a:t>Little Bit of Foundation first !</a:t>
            </a:r>
            <a:endParaRPr lang="en-US" sz="4400" b="0" strike="noStrike" spc="-1">
              <a:solidFill>
                <a:schemeClr val="dk1"/>
              </a:solidFill>
              <a:latin typeface="Aptos"/>
            </a:endParaRPr>
          </a:p>
        </p:txBody>
      </p:sp>
      <p:sp>
        <p:nvSpPr>
          <p:cNvPr id="88" name="PlaceHolder 2"/>
          <p:cNvSpPr>
            <a:spLocks noGrp="1"/>
          </p:cNvSpPr>
          <p:nvPr>
            <p:ph/>
          </p:nvPr>
        </p:nvSpPr>
        <p:spPr>
          <a:xfrm>
            <a:off x="1136880" y="2194200"/>
            <a:ext cx="5126040" cy="390816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en-US" sz="2000" b="0" strike="noStrike" spc="-1">
                <a:solidFill>
                  <a:schemeClr val="dk1"/>
                </a:solidFill>
                <a:latin typeface="Aptos"/>
              </a:rPr>
              <a:t>Before we go deeper, let’s quickly align on the basics. Since the audience has mixed levels, this part is here to build the mental model for what comes next</a:t>
            </a:r>
          </a:p>
        </p:txBody>
      </p:sp>
      <p:sp>
        <p:nvSpPr>
          <p:cNvPr id="89" name="Freeform: Shape 23">
            <a:extLst>
              <a:ext uri="{C183D7F6-B498-43B3-948B-1728B52AA6E4}">
                <adec:decorative xmlns:adec="http://schemas.microsoft.com/office/drawing/2017/decorative" val="1"/>
              </a:ext>
            </a:extLst>
          </p:cNvPr>
          <p:cNvSpPr/>
          <p:nvPr/>
        </p:nvSpPr>
        <p:spPr>
          <a:xfrm>
            <a:off x="6860880" y="2022480"/>
            <a:ext cx="4664160" cy="4043520"/>
          </a:xfrm>
          <a:custGeom>
            <a:avLst/>
            <a:gdLst>
              <a:gd name="textAreaLeft" fmla="*/ 0 w 4664160"/>
              <a:gd name="textAreaRight" fmla="*/ 4664520 w 4664160"/>
              <a:gd name="textAreaTop" fmla="*/ 0 h 4043520"/>
              <a:gd name="textAreaBottom" fmla="*/ 4043880 h 4043520"/>
            </a:gdLst>
            <a:ahLst/>
            <a:cxnLst/>
            <a:rect l="textAreaLeft" t="textAreaTop" r="textAreaRight" b="textAreaBottom"/>
            <a:pathLst>
              <a:path w="2400300" h="2400300">
                <a:moveTo>
                  <a:pt x="0" y="0"/>
                </a:moveTo>
                <a:lnTo>
                  <a:pt x="2400300" y="0"/>
                </a:lnTo>
                <a:lnTo>
                  <a:pt x="2400300" y="2400300"/>
                </a:lnTo>
                <a:lnTo>
                  <a:pt x="0" y="2400300"/>
                </a:lnTo>
                <a:close/>
              </a:path>
            </a:pathLst>
          </a:custGeom>
          <a:solidFill>
            <a:srgbClr val="F2F2F2"/>
          </a:solidFill>
          <a:ln>
            <a:noFill/>
          </a:ln>
          <a:effectLst>
            <a:outerShdw blurRad="25560" dist="12261" dir="2985818" algn="tl" rotWithShape="0">
              <a:srgbClr val="000000">
                <a:alpha val="27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pic>
        <p:nvPicPr>
          <p:cNvPr id="90" name="Picture 11"/>
          <p:cNvPicPr/>
          <p:nvPr/>
        </p:nvPicPr>
        <p:blipFill>
          <a:blip r:embed="rId2"/>
          <a:srcRect r="11865"/>
          <a:stretch/>
        </p:blipFill>
        <p:spPr>
          <a:xfrm>
            <a:off x="7016400" y="2183400"/>
            <a:ext cx="4508640" cy="3732480"/>
          </a:xfrm>
          <a:prstGeom prst="rect">
            <a:avLst/>
          </a:prstGeom>
          <a:ln w="0">
            <a:noFill/>
          </a:ln>
        </p:spPr>
      </p:pic>
      <p:sp>
        <p:nvSpPr>
          <p:cNvPr id="91" name="Rectangle 6">
            <a:extLst>
              <a:ext uri="{C183D7F6-B498-43B3-948B-1728B52AA6E4}">
                <adec:decorative xmlns:adec="http://schemas.microsoft.com/office/drawing/2017/decorative" val="1"/>
              </a:ext>
            </a:extLst>
          </p:cNvPr>
          <p:cNvSpPr/>
          <p:nvPr/>
        </p:nvSpPr>
        <p:spPr>
          <a:xfrm>
            <a:off x="8678520" y="5840280"/>
            <a:ext cx="1029240" cy="451800"/>
          </a:xfrm>
          <a:custGeom>
            <a:avLst/>
            <a:gdLst>
              <a:gd name="textAreaLeft" fmla="*/ 0 w 1029240"/>
              <a:gd name="textAreaRight" fmla="*/ 1029600 w 1029240"/>
              <a:gd name="textAreaTop" fmla="*/ 0 h 451800"/>
              <a:gd name="textAreaBottom" fmla="*/ 452160 h 451800"/>
            </a:gdLst>
            <a:ahLst/>
            <a:cxnLst/>
            <a:rect l="textAreaLeft" t="textAreaTop" r="textAreaRight" b="textAreaBottom"/>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480"/>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92" name="Rectangle 15">
            <a:extLst>
              <a:ext uri="{C183D7F6-B498-43B3-948B-1728B52AA6E4}">
                <adec:decorative xmlns:adec="http://schemas.microsoft.com/office/drawing/2017/decorative" val="1"/>
              </a:ext>
            </a:extLst>
          </p:cNvPr>
          <p:cNvSpPr/>
          <p:nvPr/>
        </p:nvSpPr>
        <p:spPr>
          <a:xfrm>
            <a:off x="0" y="0"/>
            <a:ext cx="1218852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93" name="Freeform: Shape 16">
            <a:extLst>
              <a:ext uri="{C183D7F6-B498-43B3-948B-1728B52AA6E4}">
                <adec:decorative xmlns:adec="http://schemas.microsoft.com/office/drawing/2017/decorative" val="1"/>
              </a:ext>
            </a:extLst>
          </p:cNvPr>
          <p:cNvSpPr/>
          <p:nvPr/>
        </p:nvSpPr>
        <p:spPr>
          <a:xfrm flipH="1">
            <a:off x="0" y="0"/>
            <a:ext cx="5962320" cy="6857640"/>
          </a:xfrm>
          <a:custGeom>
            <a:avLst/>
            <a:gdLst>
              <a:gd name="textAreaLeft" fmla="*/ 360 w 5962320"/>
              <a:gd name="textAreaRight" fmla="*/ 5963040 w 5962320"/>
              <a:gd name="textAreaTop" fmla="*/ 0 h 6857640"/>
              <a:gd name="textAreaBottom" fmla="*/ 6858000 h 6857640"/>
            </a:gdLst>
            <a:ahLst/>
            <a:cxnLst/>
            <a:rect l="textAreaLeft" t="textAreaTop" r="textAreaRight" b="textAreaBottom"/>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ptos"/>
            </a:endParaRPr>
          </a:p>
        </p:txBody>
      </p:sp>
      <p:sp>
        <p:nvSpPr>
          <p:cNvPr id="94" name="PlaceHolder 1"/>
          <p:cNvSpPr>
            <a:spLocks noGrp="1"/>
          </p:cNvSpPr>
          <p:nvPr>
            <p:ph type="title"/>
          </p:nvPr>
        </p:nvSpPr>
        <p:spPr>
          <a:xfrm>
            <a:off x="838080" y="643320"/>
            <a:ext cx="3888000" cy="1800000"/>
          </a:xfrm>
          <a:prstGeom prst="rect">
            <a:avLst/>
          </a:prstGeom>
          <a:noFill/>
          <a:ln w="0">
            <a:noFill/>
          </a:ln>
        </p:spPr>
        <p:txBody>
          <a:bodyPr lIns="91440" tIns="45720" rIns="91440" bIns="45720" anchor="ctr">
            <a:normAutofit fontScale="93422"/>
          </a:bodyPr>
          <a:lstStyle/>
          <a:p>
            <a:pPr indent="0" defTabSz="914400">
              <a:lnSpc>
                <a:spcPct val="90000"/>
              </a:lnSpc>
              <a:buNone/>
            </a:pPr>
            <a:r>
              <a:rPr lang="en-US" sz="4400" b="0" strike="noStrike" spc="-1">
                <a:solidFill>
                  <a:schemeClr val="dk1"/>
                </a:solidFill>
                <a:latin typeface="Calisto MT"/>
              </a:rPr>
              <a:t>What is reverse engineering ?</a:t>
            </a:r>
            <a:endParaRPr lang="en-US" sz="4400" b="0" strike="noStrike" spc="-1">
              <a:solidFill>
                <a:schemeClr val="dk1"/>
              </a:solidFill>
              <a:latin typeface="Aptos"/>
            </a:endParaRPr>
          </a:p>
        </p:txBody>
      </p:sp>
      <p:sp>
        <p:nvSpPr>
          <p:cNvPr id="95" name="PlaceHolder 2"/>
          <p:cNvSpPr>
            <a:spLocks noGrp="1"/>
          </p:cNvSpPr>
          <p:nvPr>
            <p:ph/>
          </p:nvPr>
        </p:nvSpPr>
        <p:spPr>
          <a:xfrm>
            <a:off x="118800" y="2623320"/>
            <a:ext cx="4900680" cy="355320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en-US" sz="2000" b="0" strike="noStrike" spc="-1">
                <a:solidFill>
                  <a:schemeClr val="dk1"/>
                </a:solidFill>
                <a:latin typeface="Calisto MT"/>
              </a:rPr>
              <a:t>Forward Engineering vs Reverse Engineering (Machines, Military, biological genes)</a:t>
            </a:r>
            <a:endParaRPr lang="en-US" sz="2000" b="0" strike="noStrike" spc="-1">
              <a:solidFill>
                <a:schemeClr val="dk1"/>
              </a:solidFill>
              <a:latin typeface="Aptos"/>
            </a:endParaRPr>
          </a:p>
          <a:p>
            <a:pPr marL="228600" indent="-228600" defTabSz="914400">
              <a:lnSpc>
                <a:spcPct val="90000"/>
              </a:lnSpc>
              <a:spcBef>
                <a:spcPts val="1001"/>
              </a:spcBef>
              <a:buClr>
                <a:srgbClr val="000000"/>
              </a:buClr>
              <a:buFont typeface="Arial"/>
              <a:buChar char="•"/>
            </a:pPr>
            <a:r>
              <a:rPr lang="en-US" sz="2000" b="0" strike="noStrike" spc="-1">
                <a:solidFill>
                  <a:schemeClr val="dk1"/>
                </a:solidFill>
                <a:latin typeface="Calisto MT"/>
              </a:rPr>
              <a:t>The art of taking something you don’t understand and try to figure how it works</a:t>
            </a:r>
            <a:endParaRPr lang="en-US" sz="2000" b="0" strike="noStrike" spc="-1">
              <a:solidFill>
                <a:schemeClr val="dk1"/>
              </a:solidFill>
              <a:latin typeface="Aptos"/>
            </a:endParaRPr>
          </a:p>
          <a:p>
            <a:pPr marL="228600" indent="-228600" defTabSz="914400">
              <a:lnSpc>
                <a:spcPct val="90000"/>
              </a:lnSpc>
              <a:spcBef>
                <a:spcPts val="1001"/>
              </a:spcBef>
              <a:buClr>
                <a:srgbClr val="000000"/>
              </a:buClr>
              <a:buFont typeface="Arial"/>
              <a:buChar char="•"/>
            </a:pPr>
            <a:r>
              <a:rPr lang="en-US" sz="2000" b="0" strike="noStrike" spc="-1">
                <a:solidFill>
                  <a:schemeClr val="dk1"/>
                </a:solidFill>
                <a:latin typeface="Calisto MT"/>
              </a:rPr>
              <a:t>Derive pseudo-code from </a:t>
            </a:r>
            <a:r>
              <a:rPr lang="en-US" sz="2000" b="0" u="sng" strike="noStrike" spc="-1">
                <a:solidFill>
                  <a:schemeClr val="dk1"/>
                </a:solidFill>
                <a:uFillTx/>
                <a:latin typeface="Calisto MT"/>
              </a:rPr>
              <a:t>compiled</a:t>
            </a:r>
            <a:r>
              <a:rPr lang="en-US" sz="2000" b="0" strike="noStrike" spc="-1">
                <a:solidFill>
                  <a:schemeClr val="dk1"/>
                </a:solidFill>
                <a:latin typeface="Calisto MT"/>
              </a:rPr>
              <a:t> software</a:t>
            </a:r>
            <a:endParaRPr lang="en-US" sz="2000" b="0" strike="noStrike" spc="-1">
              <a:solidFill>
                <a:schemeClr val="dk1"/>
              </a:solidFill>
              <a:latin typeface="Aptos"/>
            </a:endParaRPr>
          </a:p>
          <a:p>
            <a:pPr marL="228600" indent="-228600" defTabSz="914400">
              <a:lnSpc>
                <a:spcPct val="90000"/>
              </a:lnSpc>
              <a:spcBef>
                <a:spcPts val="1001"/>
              </a:spcBef>
              <a:buClr>
                <a:srgbClr val="000000"/>
              </a:buClr>
              <a:buFont typeface="Arial"/>
              <a:buChar char="•"/>
            </a:pPr>
            <a:r>
              <a:rPr lang="en-US" sz="2000" b="0" strike="noStrike" spc="-1">
                <a:solidFill>
                  <a:schemeClr val="dk1"/>
                </a:solidFill>
                <a:latin typeface="Calisto MT"/>
              </a:rPr>
              <a:t>Only Applied on Closed source programs</a:t>
            </a:r>
            <a:endParaRPr lang="en-US" sz="2000" b="0" strike="noStrike" spc="-1">
              <a:solidFill>
                <a:schemeClr val="dk1"/>
              </a:solidFill>
              <a:latin typeface="Aptos"/>
            </a:endParaRPr>
          </a:p>
          <a:p>
            <a:pPr indent="0" defTabSz="914400">
              <a:lnSpc>
                <a:spcPct val="90000"/>
              </a:lnSpc>
              <a:spcBef>
                <a:spcPts val="1001"/>
              </a:spcBef>
              <a:buNone/>
            </a:pPr>
            <a:endParaRPr lang="en-US" sz="2000" b="0" strike="noStrike" spc="-1">
              <a:solidFill>
                <a:schemeClr val="dk1"/>
              </a:solidFill>
              <a:latin typeface="Aptos"/>
            </a:endParaRPr>
          </a:p>
          <a:p>
            <a:pPr indent="0" defTabSz="914400">
              <a:lnSpc>
                <a:spcPct val="90000"/>
              </a:lnSpc>
              <a:spcBef>
                <a:spcPts val="1001"/>
              </a:spcBef>
              <a:buNone/>
              <a:tabLst>
                <a:tab pos="0" algn="l"/>
              </a:tabLst>
            </a:pPr>
            <a:endParaRPr lang="en-US" sz="2000" b="0" strike="noStrike" spc="-1">
              <a:solidFill>
                <a:schemeClr val="dk1"/>
              </a:solidFill>
              <a:latin typeface="Aptos"/>
            </a:endParaRPr>
          </a:p>
          <a:p>
            <a:pPr indent="0" defTabSz="914400">
              <a:lnSpc>
                <a:spcPct val="90000"/>
              </a:lnSpc>
              <a:spcBef>
                <a:spcPts val="1001"/>
              </a:spcBef>
              <a:buNone/>
              <a:tabLst>
                <a:tab pos="0" algn="l"/>
              </a:tabLst>
            </a:pPr>
            <a:endParaRPr lang="en-US" sz="2000" b="0" strike="noStrike" spc="-1">
              <a:solidFill>
                <a:schemeClr val="dk1"/>
              </a:solidFill>
              <a:latin typeface="Aptos"/>
            </a:endParaRPr>
          </a:p>
        </p:txBody>
      </p:sp>
      <p:pic>
        <p:nvPicPr>
          <p:cNvPr id="96" name="Picture 4" descr="A diagram of a product&#10;&#10;AI-generated content may be incorrect."/>
          <p:cNvPicPr/>
          <p:nvPr/>
        </p:nvPicPr>
        <p:blipFill>
          <a:blip r:embed="rId2"/>
          <a:stretch/>
        </p:blipFill>
        <p:spPr>
          <a:xfrm>
            <a:off x="6801120" y="540720"/>
            <a:ext cx="4747320" cy="2005560"/>
          </a:xfrm>
          <a:prstGeom prst="rect">
            <a:avLst/>
          </a:prstGeom>
          <a:ln w="0">
            <a:noFill/>
          </a:ln>
        </p:spPr>
      </p:pic>
      <p:pic>
        <p:nvPicPr>
          <p:cNvPr id="97" name="Picture 6"/>
          <p:cNvPicPr/>
          <p:nvPr/>
        </p:nvPicPr>
        <p:blipFill>
          <a:blip r:embed="rId3"/>
          <a:stretch/>
        </p:blipFill>
        <p:spPr>
          <a:xfrm>
            <a:off x="6557400" y="3226320"/>
            <a:ext cx="5234040" cy="2747880"/>
          </a:xfrm>
          <a:prstGeom prst="rect">
            <a:avLst/>
          </a:prstGeom>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98" name="Rectangle 7">
            <a:extLst>
              <a:ext uri="{C183D7F6-B498-43B3-948B-1728B52AA6E4}">
                <adec:decorative xmlns:adec="http://schemas.microsoft.com/office/drawing/2017/decorative" val="1"/>
              </a:ext>
            </a:extLst>
          </p:cNvPr>
          <p:cNvSpPr/>
          <p:nvPr/>
        </p:nvSpPr>
        <p:spPr>
          <a:xfrm>
            <a:off x="0" y="0"/>
            <a:ext cx="12191760" cy="6857640"/>
          </a:xfrm>
          <a:prstGeom prst="rect">
            <a:avLst/>
          </a:prstGeom>
          <a:ln w="12700">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99" name="PlaceHolder 1"/>
          <p:cNvSpPr>
            <a:spLocks noGrp="1"/>
          </p:cNvSpPr>
          <p:nvPr>
            <p:ph type="title"/>
          </p:nvPr>
        </p:nvSpPr>
        <p:spPr>
          <a:xfrm>
            <a:off x="1629720" y="934200"/>
            <a:ext cx="8924040" cy="1058040"/>
          </a:xfrm>
          <a:prstGeom prst="rect">
            <a:avLst/>
          </a:prstGeom>
          <a:noFill/>
          <a:ln w="0">
            <a:noFill/>
          </a:ln>
        </p:spPr>
        <p:txBody>
          <a:bodyPr lIns="91440" tIns="45720" rIns="91440" bIns="45720" anchor="ctr">
            <a:normAutofit/>
          </a:bodyPr>
          <a:lstStyle/>
          <a:p>
            <a:pPr indent="0" algn="ctr" defTabSz="914400">
              <a:lnSpc>
                <a:spcPct val="90000"/>
              </a:lnSpc>
              <a:buNone/>
            </a:pPr>
            <a:r>
              <a:rPr lang="en-US" sz="4400" b="0" strike="noStrike" spc="-1">
                <a:solidFill>
                  <a:schemeClr val="dk1"/>
                </a:solidFill>
                <a:latin typeface="Aptos Display"/>
              </a:rPr>
              <a:t>Why To ?</a:t>
            </a:r>
            <a:endParaRPr lang="en-US" sz="4400" b="0" strike="noStrike" spc="-1">
              <a:solidFill>
                <a:schemeClr val="dk1"/>
              </a:solidFill>
              <a:latin typeface="Aptos"/>
            </a:endParaRPr>
          </a:p>
        </p:txBody>
      </p:sp>
      <p:sp>
        <p:nvSpPr>
          <p:cNvPr id="100" name="Freeform: Shape 9">
            <a:extLst>
              <a:ext uri="{C183D7F6-B498-43B3-948B-1728B52AA6E4}">
                <adec:decorative xmlns:adec="http://schemas.microsoft.com/office/drawing/2017/decorative" val="1"/>
              </a:ext>
            </a:extLst>
          </p:cNvPr>
          <p:cNvSpPr/>
          <p:nvPr/>
        </p:nvSpPr>
        <p:spPr>
          <a:xfrm>
            <a:off x="1293840" y="2337840"/>
            <a:ext cx="9604080" cy="3585600"/>
          </a:xfrm>
          <a:custGeom>
            <a:avLst/>
            <a:gdLst>
              <a:gd name="textAreaLeft" fmla="*/ 0 w 9604080"/>
              <a:gd name="textAreaRight" fmla="*/ 9604440 w 9604080"/>
              <a:gd name="textAreaTop" fmla="*/ 0 h 3585600"/>
              <a:gd name="textAreaBottom" fmla="*/ 3585960 h 3585600"/>
            </a:gdLst>
            <a:ahLst/>
            <a:cxnLst/>
            <a:rect l="textAreaLeft" t="textAreaTop" r="textAreaRight" b="textAreaBottom"/>
            <a:pathLst>
              <a:path w="9604374" h="3585866">
                <a:moveTo>
                  <a:pt x="0" y="0"/>
                </a:moveTo>
                <a:lnTo>
                  <a:pt x="9604374" y="0"/>
                </a:lnTo>
                <a:lnTo>
                  <a:pt x="9604374" y="3095088"/>
                </a:lnTo>
                <a:lnTo>
                  <a:pt x="9591455" y="3097044"/>
                </a:lnTo>
                <a:cubicBezTo>
                  <a:pt x="9496183" y="3133516"/>
                  <a:pt x="9411472" y="3121301"/>
                  <a:pt x="9285147" y="3164182"/>
                </a:cubicBezTo>
                <a:cubicBezTo>
                  <a:pt x="9222914" y="3162781"/>
                  <a:pt x="9174371" y="3173454"/>
                  <a:pt x="9114078" y="3164299"/>
                </a:cubicBezTo>
                <a:cubicBezTo>
                  <a:pt x="9087411" y="3155904"/>
                  <a:pt x="9030947" y="3180906"/>
                  <a:pt x="8999665" y="3157864"/>
                </a:cubicBezTo>
                <a:cubicBezTo>
                  <a:pt x="8997339" y="3174606"/>
                  <a:pt x="8938300" y="3159909"/>
                  <a:pt x="8925240" y="3152135"/>
                </a:cubicBezTo>
                <a:cubicBezTo>
                  <a:pt x="8910091" y="3159441"/>
                  <a:pt x="8884639" y="3146109"/>
                  <a:pt x="8868257" y="3146819"/>
                </a:cubicBezTo>
                <a:cubicBezTo>
                  <a:pt x="8835852" y="3110204"/>
                  <a:pt x="8832251" y="3167659"/>
                  <a:pt x="8792363" y="3146856"/>
                </a:cubicBezTo>
                <a:cubicBezTo>
                  <a:pt x="8774838" y="3159285"/>
                  <a:pt x="8715420" y="3185652"/>
                  <a:pt x="8668399" y="3196893"/>
                </a:cubicBezTo>
                <a:cubicBezTo>
                  <a:pt x="8575902" y="3221445"/>
                  <a:pt x="8569506" y="3250654"/>
                  <a:pt x="8474043" y="3240734"/>
                </a:cubicBezTo>
                <a:cubicBezTo>
                  <a:pt x="8460613" y="3264436"/>
                  <a:pt x="8297088" y="3204738"/>
                  <a:pt x="8317555" y="3247156"/>
                </a:cubicBezTo>
                <a:cubicBezTo>
                  <a:pt x="8285696" y="3245083"/>
                  <a:pt x="8262352" y="3228203"/>
                  <a:pt x="8280111" y="3255812"/>
                </a:cubicBezTo>
                <a:lnTo>
                  <a:pt x="8096088" y="3253903"/>
                </a:lnTo>
                <a:cubicBezTo>
                  <a:pt x="7994084" y="3261603"/>
                  <a:pt x="7930388" y="3281921"/>
                  <a:pt x="7825642" y="3271628"/>
                </a:cubicBezTo>
                <a:cubicBezTo>
                  <a:pt x="7723046" y="3270395"/>
                  <a:pt x="7671282" y="3252297"/>
                  <a:pt x="7531820" y="3252671"/>
                </a:cubicBezTo>
                <a:cubicBezTo>
                  <a:pt x="7433606" y="3250277"/>
                  <a:pt x="7293100" y="3236234"/>
                  <a:pt x="7193751" y="3245192"/>
                </a:cubicBezTo>
                <a:cubicBezTo>
                  <a:pt x="7074822" y="3223769"/>
                  <a:pt x="7104250" y="3250265"/>
                  <a:pt x="6976768" y="3238559"/>
                </a:cubicBezTo>
                <a:cubicBezTo>
                  <a:pt x="6921032" y="3284865"/>
                  <a:pt x="6823818" y="3261794"/>
                  <a:pt x="6756462" y="3273268"/>
                </a:cubicBezTo>
                <a:cubicBezTo>
                  <a:pt x="6679037" y="3283316"/>
                  <a:pt x="6590030" y="3294204"/>
                  <a:pt x="6512214" y="3298845"/>
                </a:cubicBezTo>
                <a:cubicBezTo>
                  <a:pt x="6450581" y="3277980"/>
                  <a:pt x="6366042" y="3329199"/>
                  <a:pt x="6289569" y="3301118"/>
                </a:cubicBezTo>
                <a:cubicBezTo>
                  <a:pt x="6261432" y="3294355"/>
                  <a:pt x="6174310" y="3295209"/>
                  <a:pt x="6157816" y="3308643"/>
                </a:cubicBezTo>
                <a:cubicBezTo>
                  <a:pt x="6139648" y="3311557"/>
                  <a:pt x="6118459" y="3306799"/>
                  <a:pt x="6110062" y="3321185"/>
                </a:cubicBezTo>
                <a:cubicBezTo>
                  <a:pt x="6096189" y="3338498"/>
                  <a:pt x="6032810" y="3311765"/>
                  <a:pt x="6041832" y="3332190"/>
                </a:cubicBezTo>
                <a:cubicBezTo>
                  <a:pt x="5996830" y="3313871"/>
                  <a:pt x="5961033" y="3350141"/>
                  <a:pt x="5923195" y="3359104"/>
                </a:cubicBezTo>
                <a:cubicBezTo>
                  <a:pt x="5887750" y="3340930"/>
                  <a:pt x="5853570" y="3365323"/>
                  <a:pt x="5770972" y="3369893"/>
                </a:cubicBezTo>
                <a:cubicBezTo>
                  <a:pt x="5731993" y="3348876"/>
                  <a:pt x="5705091" y="3385599"/>
                  <a:pt x="5632583" y="3357730"/>
                </a:cubicBezTo>
                <a:cubicBezTo>
                  <a:pt x="5594087" y="3357562"/>
                  <a:pt x="5606154" y="3357443"/>
                  <a:pt x="5539996" y="3352890"/>
                </a:cubicBezTo>
                <a:cubicBezTo>
                  <a:pt x="5439049" y="3348000"/>
                  <a:pt x="5408459" y="3356166"/>
                  <a:pt x="5315460" y="3350411"/>
                </a:cubicBezTo>
                <a:cubicBezTo>
                  <a:pt x="5211119" y="3348356"/>
                  <a:pt x="5208881" y="3372469"/>
                  <a:pt x="5072455" y="3338147"/>
                </a:cubicBezTo>
                <a:cubicBezTo>
                  <a:pt x="5061717" y="3354508"/>
                  <a:pt x="5045493" y="3355753"/>
                  <a:pt x="5016364" y="3348937"/>
                </a:cubicBezTo>
                <a:cubicBezTo>
                  <a:pt x="4965900" y="3349130"/>
                  <a:pt x="4977835" y="3389131"/>
                  <a:pt x="4922276" y="3366515"/>
                </a:cubicBezTo>
                <a:cubicBezTo>
                  <a:pt x="4935702" y="3387794"/>
                  <a:pt x="4828733" y="3377760"/>
                  <a:pt x="4856444" y="3399463"/>
                </a:cubicBezTo>
                <a:cubicBezTo>
                  <a:pt x="4827698" y="3420094"/>
                  <a:pt x="4805019" y="3388256"/>
                  <a:pt x="4775993" y="3406312"/>
                </a:cubicBezTo>
                <a:cubicBezTo>
                  <a:pt x="4744470" y="3406056"/>
                  <a:pt x="4706605" y="3394901"/>
                  <a:pt x="4667320" y="3397926"/>
                </a:cubicBezTo>
                <a:cubicBezTo>
                  <a:pt x="4613435" y="3387476"/>
                  <a:pt x="4608100" y="3410487"/>
                  <a:pt x="4540268" y="3424464"/>
                </a:cubicBezTo>
                <a:cubicBezTo>
                  <a:pt x="4508279" y="3412969"/>
                  <a:pt x="4485989" y="3420063"/>
                  <a:pt x="4465491" y="3433154"/>
                </a:cubicBezTo>
                <a:cubicBezTo>
                  <a:pt x="4396498" y="3432601"/>
                  <a:pt x="4338078" y="3453569"/>
                  <a:pt x="4262864" y="3464075"/>
                </a:cubicBezTo>
                <a:cubicBezTo>
                  <a:pt x="4180249" y="3483394"/>
                  <a:pt x="4225769" y="3479019"/>
                  <a:pt x="4175005" y="3493545"/>
                </a:cubicBezTo>
                <a:lnTo>
                  <a:pt x="4030100" y="3514212"/>
                </a:lnTo>
                <a:lnTo>
                  <a:pt x="3926631" y="3525304"/>
                </a:lnTo>
                <a:lnTo>
                  <a:pt x="3897306" y="3547095"/>
                </a:lnTo>
                <a:lnTo>
                  <a:pt x="3896886" y="3547500"/>
                </a:lnTo>
                <a:lnTo>
                  <a:pt x="3834004" y="3550510"/>
                </a:lnTo>
                <a:cubicBezTo>
                  <a:pt x="3800562" y="3554957"/>
                  <a:pt x="3734185" y="3568533"/>
                  <a:pt x="3696227" y="3574175"/>
                </a:cubicBezTo>
                <a:cubicBezTo>
                  <a:pt x="3661780" y="3570074"/>
                  <a:pt x="3640587" y="3551815"/>
                  <a:pt x="3652821" y="3580368"/>
                </a:cubicBezTo>
                <a:cubicBezTo>
                  <a:pt x="3641506" y="3579831"/>
                  <a:pt x="3634593" y="3582151"/>
                  <a:pt x="3629691" y="3585866"/>
                </a:cubicBezTo>
                <a:lnTo>
                  <a:pt x="3595018" y="3571623"/>
                </a:lnTo>
                <a:lnTo>
                  <a:pt x="3551656" y="3577800"/>
                </a:lnTo>
                <a:lnTo>
                  <a:pt x="3541558" y="3579797"/>
                </a:lnTo>
                <a:lnTo>
                  <a:pt x="3465708" y="3565931"/>
                </a:lnTo>
                <a:lnTo>
                  <a:pt x="3458313" y="3560366"/>
                </a:lnTo>
                <a:cubicBezTo>
                  <a:pt x="3450380" y="3556940"/>
                  <a:pt x="3439090" y="3555355"/>
                  <a:pt x="3420278" y="3557947"/>
                </a:cubicBezTo>
                <a:lnTo>
                  <a:pt x="3415952" y="3559424"/>
                </a:lnTo>
                <a:lnTo>
                  <a:pt x="3384432" y="3550905"/>
                </a:lnTo>
                <a:cubicBezTo>
                  <a:pt x="3374259" y="3547029"/>
                  <a:pt x="3265415" y="3542149"/>
                  <a:pt x="3258039" y="3535884"/>
                </a:cubicBezTo>
                <a:cubicBezTo>
                  <a:pt x="3138852" y="3551394"/>
                  <a:pt x="3130647" y="3523871"/>
                  <a:pt x="3015008" y="3528000"/>
                </a:cubicBezTo>
                <a:cubicBezTo>
                  <a:pt x="2914857" y="3486061"/>
                  <a:pt x="2851687" y="3511605"/>
                  <a:pt x="2761910" y="3505496"/>
                </a:cubicBezTo>
                <a:cubicBezTo>
                  <a:pt x="2676401" y="3501198"/>
                  <a:pt x="2636809" y="3514769"/>
                  <a:pt x="2521923" y="3514208"/>
                </a:cubicBezTo>
                <a:cubicBezTo>
                  <a:pt x="2400197" y="3505062"/>
                  <a:pt x="2222818" y="3509922"/>
                  <a:pt x="2085894" y="3490122"/>
                </a:cubicBezTo>
                <a:cubicBezTo>
                  <a:pt x="1978312" y="3483748"/>
                  <a:pt x="1977940" y="3488460"/>
                  <a:pt x="1936305" y="3487966"/>
                </a:cubicBezTo>
                <a:cubicBezTo>
                  <a:pt x="1922459" y="3490683"/>
                  <a:pt x="1849334" y="3482739"/>
                  <a:pt x="1836080" y="3487150"/>
                </a:cubicBezTo>
                <a:lnTo>
                  <a:pt x="1829133" y="3489437"/>
                </a:lnTo>
                <a:lnTo>
                  <a:pt x="1801140" y="3490787"/>
                </a:lnTo>
                <a:lnTo>
                  <a:pt x="1793476" y="3500921"/>
                </a:lnTo>
                <a:lnTo>
                  <a:pt x="1699923" y="3509706"/>
                </a:lnTo>
                <a:cubicBezTo>
                  <a:pt x="1637728" y="3485036"/>
                  <a:pt x="1584624" y="3514467"/>
                  <a:pt x="1474760" y="3513685"/>
                </a:cubicBezTo>
                <a:cubicBezTo>
                  <a:pt x="1445646" y="3505164"/>
                  <a:pt x="1329781" y="3484421"/>
                  <a:pt x="1308130" y="3496703"/>
                </a:cubicBezTo>
                <a:cubicBezTo>
                  <a:pt x="1287409" y="3498430"/>
                  <a:pt x="1265391" y="3492347"/>
                  <a:pt x="1252381" y="3506093"/>
                </a:cubicBezTo>
                <a:cubicBezTo>
                  <a:pt x="1232588" y="3522393"/>
                  <a:pt x="1170020" y="3491785"/>
                  <a:pt x="1174550" y="3512642"/>
                </a:cubicBezTo>
                <a:cubicBezTo>
                  <a:pt x="1119896" y="3512841"/>
                  <a:pt x="1000484" y="3507431"/>
                  <a:pt x="924455" y="3507283"/>
                </a:cubicBezTo>
                <a:cubicBezTo>
                  <a:pt x="887180" y="3483915"/>
                  <a:pt x="777361" y="3516071"/>
                  <a:pt x="718373" y="3511753"/>
                </a:cubicBezTo>
                <a:cubicBezTo>
                  <a:pt x="666588" y="3513355"/>
                  <a:pt x="661645" y="3525551"/>
                  <a:pt x="600444" y="3520899"/>
                </a:cubicBezTo>
                <a:cubicBezTo>
                  <a:pt x="491334" y="3516943"/>
                  <a:pt x="451794" y="3507522"/>
                  <a:pt x="351173" y="3495843"/>
                </a:cubicBezTo>
                <a:cubicBezTo>
                  <a:pt x="237121" y="3487112"/>
                  <a:pt x="235857" y="3499212"/>
                  <a:pt x="108372" y="3484386"/>
                </a:cubicBezTo>
                <a:cubicBezTo>
                  <a:pt x="86318" y="3481054"/>
                  <a:pt x="40657" y="3480329"/>
                  <a:pt x="6467" y="3476532"/>
                </a:cubicBezTo>
                <a:lnTo>
                  <a:pt x="0" y="3475412"/>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101" name="Rectangle 6">
            <a:extLst>
              <a:ext uri="{C183D7F6-B498-43B3-948B-1728B52AA6E4}">
                <adec:decorative xmlns:adec="http://schemas.microsoft.com/office/drawing/2017/decorative" val="1"/>
              </a:ext>
            </a:extLst>
          </p:cNvPr>
          <p:cNvSpPr/>
          <p:nvPr/>
        </p:nvSpPr>
        <p:spPr>
          <a:xfrm>
            <a:off x="5421600" y="2190600"/>
            <a:ext cx="1348200" cy="407520"/>
          </a:xfrm>
          <a:custGeom>
            <a:avLst/>
            <a:gdLst>
              <a:gd name="textAreaLeft" fmla="*/ 0 w 1348200"/>
              <a:gd name="textAreaRight" fmla="*/ 1348560 w 1348200"/>
              <a:gd name="textAreaTop" fmla="*/ 0 h 407520"/>
              <a:gd name="textAreaBottom" fmla="*/ 407880 h 407520"/>
            </a:gdLst>
            <a:ahLst/>
            <a:cxnLst/>
            <a:rect l="textAreaLeft" t="textAreaTop" r="textAreaRight" b="textAreaBottom"/>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480"/>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102" name="PlaceHolder 2"/>
          <p:cNvSpPr>
            <a:spLocks noGrp="1"/>
          </p:cNvSpPr>
          <p:nvPr>
            <p:ph/>
          </p:nvPr>
        </p:nvSpPr>
        <p:spPr>
          <a:xfrm>
            <a:off x="1941120" y="2752200"/>
            <a:ext cx="8309160" cy="275652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en-US" sz="2000" b="0" strike="noStrike" spc="-1">
                <a:solidFill>
                  <a:schemeClr val="dk1"/>
                </a:solidFill>
                <a:latin typeface="Aptos"/>
              </a:rPr>
              <a:t>Fixing vulns</a:t>
            </a:r>
          </a:p>
          <a:p>
            <a:pPr marL="228600" indent="-228600" defTabSz="914400">
              <a:lnSpc>
                <a:spcPct val="90000"/>
              </a:lnSpc>
              <a:spcBef>
                <a:spcPts val="1001"/>
              </a:spcBef>
              <a:buClr>
                <a:srgbClr val="000000"/>
              </a:buClr>
              <a:buFont typeface="Arial"/>
              <a:buChar char="•"/>
            </a:pPr>
            <a:r>
              <a:rPr lang="en-US" sz="2000" b="0" strike="noStrike" spc="-1">
                <a:solidFill>
                  <a:schemeClr val="dk1"/>
                </a:solidFill>
                <a:latin typeface="Aptos"/>
              </a:rPr>
              <a:t>Malware analysis (decryptor, detection engineering…)</a:t>
            </a:r>
          </a:p>
          <a:p>
            <a:pPr marL="228600" indent="-228600" defTabSz="914400">
              <a:lnSpc>
                <a:spcPct val="90000"/>
              </a:lnSpc>
              <a:spcBef>
                <a:spcPts val="1001"/>
              </a:spcBef>
              <a:buClr>
                <a:srgbClr val="000000"/>
              </a:buClr>
              <a:buFont typeface="Arial"/>
              <a:buChar char="•"/>
            </a:pPr>
            <a:r>
              <a:rPr lang="en-US" sz="2000" b="0" strike="noStrike" spc="-1">
                <a:solidFill>
                  <a:schemeClr val="dk1"/>
                </a:solidFill>
                <a:latin typeface="Aptos"/>
              </a:rPr>
              <a:t>Patch analysis </a:t>
            </a:r>
          </a:p>
          <a:p>
            <a:pPr marL="228600" indent="-228600" defTabSz="914400">
              <a:lnSpc>
                <a:spcPct val="90000"/>
              </a:lnSpc>
              <a:spcBef>
                <a:spcPts val="1001"/>
              </a:spcBef>
              <a:buClr>
                <a:srgbClr val="000000"/>
              </a:buClr>
              <a:buFont typeface="Arial"/>
              <a:buChar char="•"/>
            </a:pPr>
            <a:r>
              <a:rPr lang="en-US" sz="2000" b="0" strike="noStrike" spc="-1">
                <a:solidFill>
                  <a:schemeClr val="dk1"/>
                </a:solidFill>
                <a:latin typeface="Aptos"/>
              </a:rPr>
              <a:t>Money (find bugs)</a:t>
            </a:r>
          </a:p>
          <a:p>
            <a:pPr marL="228600" indent="-228600" defTabSz="914400">
              <a:lnSpc>
                <a:spcPct val="90000"/>
              </a:lnSpc>
              <a:spcBef>
                <a:spcPts val="1001"/>
              </a:spcBef>
              <a:buClr>
                <a:srgbClr val="000000"/>
              </a:buClr>
              <a:buFont typeface="Arial"/>
              <a:buChar char="•"/>
            </a:pPr>
            <a:r>
              <a:rPr lang="en-US" sz="2000" b="0" strike="noStrike" spc="-1">
                <a:solidFill>
                  <a:schemeClr val="dk1"/>
                </a:solidFill>
                <a:latin typeface="Aptos"/>
              </a:rPr>
              <a:t>Game cheats</a:t>
            </a:r>
          </a:p>
          <a:p>
            <a:pPr marL="228600" indent="-228600" defTabSz="914400">
              <a:lnSpc>
                <a:spcPct val="90000"/>
              </a:lnSpc>
              <a:spcBef>
                <a:spcPts val="1001"/>
              </a:spcBef>
              <a:buClr>
                <a:srgbClr val="000000"/>
              </a:buClr>
              <a:buFont typeface="Arial"/>
              <a:buChar char="•"/>
            </a:pPr>
            <a:r>
              <a:rPr lang="en-US" sz="2000" b="0" strike="noStrike" spc="-1">
                <a:solidFill>
                  <a:schemeClr val="dk1"/>
                </a:solidFill>
                <a:latin typeface="Aptos"/>
              </a:rPr>
              <a:t>Cracking software</a:t>
            </a:r>
          </a:p>
          <a:p>
            <a:pPr marL="37080" indent="0" defTabSz="914400">
              <a:lnSpc>
                <a:spcPct val="90000"/>
              </a:lnSpc>
              <a:spcBef>
                <a:spcPts val="1001"/>
              </a:spcBef>
              <a:buNone/>
              <a:tabLst>
                <a:tab pos="0" algn="l"/>
              </a:tabLst>
            </a:pPr>
            <a:endParaRPr lang="en-US" sz="2000" b="0" strike="noStrike" spc="-1">
              <a:solidFill>
                <a:schemeClr val="dk1"/>
              </a:solidFill>
              <a:latin typeface="Aptos"/>
            </a:endParaRPr>
          </a:p>
          <a:p>
            <a:pPr indent="0" defTabSz="914400">
              <a:lnSpc>
                <a:spcPct val="90000"/>
              </a:lnSpc>
              <a:spcBef>
                <a:spcPts val="1001"/>
              </a:spcBef>
              <a:buNone/>
              <a:tabLst>
                <a:tab pos="0" algn="l"/>
              </a:tabLst>
            </a:pPr>
            <a:endParaRPr lang="en-US" sz="2000" b="0" strike="noStrike" spc="-1">
              <a:solidFill>
                <a:schemeClr val="dk1"/>
              </a:solidFill>
              <a:latin typeface="Apto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103" name="Rectangle 9">
            <a:extLst>
              <a:ext uri="{C183D7F6-B498-43B3-948B-1728B52AA6E4}">
                <adec:decorative xmlns:adec="http://schemas.microsoft.com/office/drawing/2017/decorative" val="1"/>
              </a:ext>
            </a:extLst>
          </p:cNvPr>
          <p:cNvSpPr/>
          <p:nvPr/>
        </p:nvSpPr>
        <p:spPr>
          <a:xfrm>
            <a:off x="0" y="0"/>
            <a:ext cx="1218852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104" name="Freeform: Shape 11">
            <a:extLst>
              <a:ext uri="{C183D7F6-B498-43B3-948B-1728B52AA6E4}">
                <adec:decorative xmlns:adec="http://schemas.microsoft.com/office/drawing/2017/decorative" val="1"/>
              </a:ext>
            </a:extLst>
          </p:cNvPr>
          <p:cNvSpPr/>
          <p:nvPr/>
        </p:nvSpPr>
        <p:spPr>
          <a:xfrm flipH="1">
            <a:off x="0" y="0"/>
            <a:ext cx="5962320" cy="6857640"/>
          </a:xfrm>
          <a:custGeom>
            <a:avLst/>
            <a:gdLst>
              <a:gd name="textAreaLeft" fmla="*/ 360 w 5962320"/>
              <a:gd name="textAreaRight" fmla="*/ 5963040 w 5962320"/>
              <a:gd name="textAreaTop" fmla="*/ 0 h 6857640"/>
              <a:gd name="textAreaBottom" fmla="*/ 6858000 h 6857640"/>
            </a:gdLst>
            <a:ahLst/>
            <a:cxnLst/>
            <a:rect l="textAreaLeft" t="textAreaTop" r="textAreaRight" b="textAreaBottom"/>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ptos"/>
            </a:endParaRPr>
          </a:p>
        </p:txBody>
      </p:sp>
      <p:sp>
        <p:nvSpPr>
          <p:cNvPr id="105" name="PlaceHolder 1"/>
          <p:cNvSpPr>
            <a:spLocks noGrp="1"/>
          </p:cNvSpPr>
          <p:nvPr>
            <p:ph type="title"/>
          </p:nvPr>
        </p:nvSpPr>
        <p:spPr>
          <a:xfrm>
            <a:off x="838080" y="643320"/>
            <a:ext cx="3888000" cy="1800000"/>
          </a:xfrm>
          <a:prstGeom prst="rect">
            <a:avLst/>
          </a:prstGeom>
          <a:noFill/>
          <a:ln w="0">
            <a:noFill/>
          </a:ln>
        </p:spPr>
        <p:txBody>
          <a:bodyPr lIns="91440" tIns="45720" rIns="91440" bIns="45720" anchor="ctr">
            <a:normAutofit/>
          </a:bodyPr>
          <a:lstStyle/>
          <a:p>
            <a:pPr indent="0" defTabSz="914400">
              <a:lnSpc>
                <a:spcPct val="90000"/>
              </a:lnSpc>
              <a:buNone/>
            </a:pPr>
            <a:r>
              <a:rPr lang="en-US" sz="4400" b="0" strike="noStrike" spc="-1">
                <a:solidFill>
                  <a:schemeClr val="dk1"/>
                </a:solidFill>
                <a:latin typeface="Aptos Display"/>
              </a:rPr>
              <a:t>What is a compiler ?</a:t>
            </a:r>
            <a:endParaRPr lang="en-US" sz="4400" b="0" strike="noStrike" spc="-1">
              <a:solidFill>
                <a:schemeClr val="dk1"/>
              </a:solidFill>
              <a:latin typeface="Aptos"/>
            </a:endParaRPr>
          </a:p>
        </p:txBody>
      </p:sp>
      <p:sp>
        <p:nvSpPr>
          <p:cNvPr id="106" name="PlaceHolder 2"/>
          <p:cNvSpPr>
            <a:spLocks noGrp="1"/>
          </p:cNvSpPr>
          <p:nvPr>
            <p:ph/>
          </p:nvPr>
        </p:nvSpPr>
        <p:spPr>
          <a:xfrm>
            <a:off x="411480" y="2623320"/>
            <a:ext cx="4882680" cy="3590640"/>
          </a:xfrm>
          <a:prstGeom prst="rect">
            <a:avLst/>
          </a:prstGeom>
          <a:noFill/>
          <a:ln w="0">
            <a:noFill/>
          </a:ln>
        </p:spPr>
        <p:txBody>
          <a:bodyPr lIns="91440" tIns="45720" rIns="91440" bIns="45720" anchor="t">
            <a:normAutofit/>
          </a:bodyPr>
          <a:lstStyle/>
          <a:p>
            <a:pPr indent="0" defTabSz="914400">
              <a:lnSpc>
                <a:spcPct val="90000"/>
              </a:lnSpc>
              <a:spcBef>
                <a:spcPts val="1001"/>
              </a:spcBef>
              <a:buNone/>
              <a:tabLst>
                <a:tab pos="0" algn="l"/>
              </a:tabLst>
            </a:pPr>
            <a:endParaRPr lang="en-US" sz="1700" b="0" strike="noStrike" spc="-1">
              <a:solidFill>
                <a:schemeClr val="dk1"/>
              </a:solidFill>
              <a:latin typeface="Aptos"/>
            </a:endParaRPr>
          </a:p>
          <a:p>
            <a:pPr marL="228600" indent="-228600" defTabSz="914400">
              <a:lnSpc>
                <a:spcPct val="90000"/>
              </a:lnSpc>
              <a:spcBef>
                <a:spcPts val="1001"/>
              </a:spcBef>
              <a:buClr>
                <a:srgbClr val="000000"/>
              </a:buClr>
              <a:buFont typeface="Arial"/>
              <a:buChar char="•"/>
              <a:tabLst>
                <a:tab pos="0" algn="l"/>
              </a:tabLst>
            </a:pPr>
            <a:r>
              <a:rPr lang="en-US" sz="1700" b="0" strike="noStrike" spc="-1">
                <a:solidFill>
                  <a:schemeClr val="dk1"/>
                </a:solidFill>
                <a:latin typeface="Aptos"/>
              </a:rPr>
              <a:t>A compiler translates a program in a source language to a program in a target language.</a:t>
            </a:r>
          </a:p>
          <a:p>
            <a:pPr indent="0" defTabSz="914400">
              <a:lnSpc>
                <a:spcPct val="90000"/>
              </a:lnSpc>
              <a:spcBef>
                <a:spcPts val="1001"/>
              </a:spcBef>
              <a:buNone/>
              <a:tabLst>
                <a:tab pos="0" algn="l"/>
              </a:tabLst>
            </a:pPr>
            <a:endParaRPr lang="en-US" sz="1700" b="0" strike="noStrike" spc="-1">
              <a:solidFill>
                <a:schemeClr val="dk1"/>
              </a:solidFill>
              <a:latin typeface="Aptos"/>
            </a:endParaRPr>
          </a:p>
          <a:p>
            <a:pPr marL="228600" indent="-228600" defTabSz="914400">
              <a:lnSpc>
                <a:spcPct val="90000"/>
              </a:lnSpc>
              <a:spcBef>
                <a:spcPts val="1001"/>
              </a:spcBef>
              <a:buClr>
                <a:srgbClr val="000000"/>
              </a:buClr>
              <a:buFont typeface="Arial"/>
              <a:buChar char="•"/>
              <a:tabLst>
                <a:tab pos="0" algn="l"/>
              </a:tabLst>
            </a:pPr>
            <a:r>
              <a:rPr lang="en-US" sz="1700" b="0" strike="noStrike" spc="-1">
                <a:solidFill>
                  <a:schemeClr val="dk1"/>
                </a:solidFill>
                <a:latin typeface="Aptos"/>
              </a:rPr>
              <a:t>The most well known form of a compiler is one that translates (and improve) a high-level language like C into the native assembly language of a machine so that it can be executed. And of course there are compilers for other languages like C++, Java, C#, and Rust, and many others. </a:t>
            </a:r>
          </a:p>
        </p:txBody>
      </p:sp>
      <p:pic>
        <p:nvPicPr>
          <p:cNvPr id="107" name="Picture 4" descr="A diagram of a program&#10;&#10;AI-generated content may be incorrect."/>
          <p:cNvPicPr/>
          <p:nvPr/>
        </p:nvPicPr>
        <p:blipFill>
          <a:blip r:embed="rId2"/>
          <a:stretch/>
        </p:blipFill>
        <p:spPr>
          <a:xfrm>
            <a:off x="6801120" y="927720"/>
            <a:ext cx="4747320" cy="5030280"/>
          </a:xfrm>
          <a:prstGeom prst="rect">
            <a:avLst/>
          </a:prstGeom>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108" name="Rectangle 1030">
            <a:extLst>
              <a:ext uri="{C183D7F6-B498-43B3-948B-1728B52AA6E4}">
                <adec:decorative xmlns:adec="http://schemas.microsoft.com/office/drawing/2017/decorative" val="1"/>
              </a:ext>
            </a:extLst>
          </p:cNvPr>
          <p:cNvSpPr/>
          <p:nvPr/>
        </p:nvSpPr>
        <p:spPr>
          <a:xfrm>
            <a:off x="0" y="0"/>
            <a:ext cx="12191760" cy="6857640"/>
          </a:xfrm>
          <a:prstGeom prst="rect">
            <a:avLst/>
          </a:prstGeom>
          <a:ln w="12700">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109" name="Freeform: Shape 1032">
            <a:extLst>
              <a:ext uri="{C183D7F6-B498-43B3-948B-1728B52AA6E4}">
                <adec:decorative xmlns:adec="http://schemas.microsoft.com/office/drawing/2017/decorative" val="1"/>
              </a:ext>
            </a:extLst>
          </p:cNvPr>
          <p:cNvSpPr/>
          <p:nvPr/>
        </p:nvSpPr>
        <p:spPr>
          <a:xfrm>
            <a:off x="0" y="0"/>
            <a:ext cx="11765880" cy="2061360"/>
          </a:xfrm>
          <a:custGeom>
            <a:avLst/>
            <a:gdLst>
              <a:gd name="textAreaLeft" fmla="*/ 0 w 11765880"/>
              <a:gd name="textAreaRight" fmla="*/ 11766240 w 11765880"/>
              <a:gd name="textAreaTop" fmla="*/ 0 h 2061360"/>
              <a:gd name="textAreaBottom" fmla="*/ 2061720 h 2061360"/>
            </a:gdLst>
            <a:ahLst/>
            <a:cxnLst/>
            <a:rect l="textAreaLeft" t="textAreaTop" r="textAreaRight" b="textAreaBottom"/>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110" name="PlaceHolder 1"/>
          <p:cNvSpPr>
            <a:spLocks noGrp="1"/>
          </p:cNvSpPr>
          <p:nvPr>
            <p:ph type="title"/>
          </p:nvPr>
        </p:nvSpPr>
        <p:spPr>
          <a:xfrm>
            <a:off x="1136880" y="609480"/>
            <a:ext cx="9392040" cy="1330560"/>
          </a:xfrm>
          <a:prstGeom prst="rect">
            <a:avLst/>
          </a:prstGeom>
          <a:noFill/>
          <a:ln w="0">
            <a:noFill/>
          </a:ln>
        </p:spPr>
        <p:txBody>
          <a:bodyPr lIns="91440" tIns="45720" rIns="91440" bIns="45720" anchor="ctr">
            <a:normAutofit/>
          </a:bodyPr>
          <a:lstStyle/>
          <a:p>
            <a:pPr indent="0" defTabSz="914400">
              <a:lnSpc>
                <a:spcPct val="90000"/>
              </a:lnSpc>
              <a:buNone/>
            </a:pPr>
            <a:r>
              <a:rPr lang="en-US" sz="4400" b="0" strike="noStrike" spc="-1">
                <a:solidFill>
                  <a:schemeClr val="dk1"/>
                </a:solidFill>
                <a:latin typeface="Aptos Display"/>
              </a:rPr>
              <a:t>Compiler vs Interpreter</a:t>
            </a:r>
            <a:endParaRPr lang="en-US" sz="4400" b="0" strike="noStrike" spc="-1">
              <a:solidFill>
                <a:schemeClr val="dk1"/>
              </a:solidFill>
              <a:latin typeface="Aptos"/>
            </a:endParaRPr>
          </a:p>
        </p:txBody>
      </p:sp>
      <p:sp>
        <p:nvSpPr>
          <p:cNvPr id="111" name="PlaceHolder 2"/>
          <p:cNvSpPr>
            <a:spLocks noGrp="1"/>
          </p:cNvSpPr>
          <p:nvPr>
            <p:ph/>
          </p:nvPr>
        </p:nvSpPr>
        <p:spPr>
          <a:xfrm>
            <a:off x="1136880" y="2198520"/>
            <a:ext cx="4958640" cy="391752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en-US" sz="2000" b="0" strike="noStrike" spc="-1">
                <a:solidFill>
                  <a:schemeClr val="dk1"/>
                </a:solidFill>
                <a:latin typeface="Aptos"/>
              </a:rPr>
              <a:t>Interpreter reads in a program and then executes it directly without emitting a translation (virtual machine) (python, Ruby..)</a:t>
            </a:r>
          </a:p>
          <a:p>
            <a:pPr marL="228600" indent="-228600" defTabSz="914400">
              <a:lnSpc>
                <a:spcPct val="90000"/>
              </a:lnSpc>
              <a:spcBef>
                <a:spcPts val="1001"/>
              </a:spcBef>
              <a:buClr>
                <a:srgbClr val="000000"/>
              </a:buClr>
              <a:buFont typeface="Arial"/>
              <a:buChar char="•"/>
            </a:pPr>
            <a:r>
              <a:rPr lang="en-US" sz="2000" b="0" strike="noStrike" spc="-1">
                <a:solidFill>
                  <a:schemeClr val="dk1"/>
                </a:solidFill>
                <a:latin typeface="Aptos"/>
              </a:rPr>
              <a:t>Compilers and interpreters are closely related, and it is sometimes possible to exchange one for the other. . For example, Java compilers translate Java source code into Java bytecode, which is an abstract form of assembly language.</a:t>
            </a:r>
          </a:p>
          <a:p>
            <a:pPr marL="228600" indent="-228600" defTabSz="914400">
              <a:lnSpc>
                <a:spcPct val="90000"/>
              </a:lnSpc>
              <a:spcBef>
                <a:spcPts val="1001"/>
              </a:spcBef>
              <a:buClr>
                <a:srgbClr val="000000"/>
              </a:buClr>
              <a:buFont typeface="Arial"/>
              <a:buChar char="•"/>
            </a:pPr>
            <a:r>
              <a:rPr lang="en-US" sz="2000" b="0" strike="noStrike" spc="-1">
                <a:solidFill>
                  <a:schemeClr val="dk1"/>
                </a:solidFill>
                <a:latin typeface="Aptos"/>
              </a:rPr>
              <a:t>Compiled Interpreted languages like Java</a:t>
            </a:r>
          </a:p>
        </p:txBody>
      </p:sp>
      <p:pic>
        <p:nvPicPr>
          <p:cNvPr id="112" name="Picture 2" descr="What Is the Best Python Editor and Interpreter? - Soject"/>
          <p:cNvPicPr/>
          <p:nvPr/>
        </p:nvPicPr>
        <p:blipFill>
          <a:blip r:embed="rId2"/>
          <a:stretch/>
        </p:blipFill>
        <p:spPr>
          <a:xfrm>
            <a:off x="7013880" y="1610280"/>
            <a:ext cx="4788000" cy="2621520"/>
          </a:xfrm>
          <a:prstGeom prst="rect">
            <a:avLst/>
          </a:prstGeom>
          <a:ln w="0">
            <a:noFill/>
          </a:ln>
        </p:spPr>
      </p:pic>
      <p:sp>
        <p:nvSpPr>
          <p:cNvPr id="113" name="Freeform: Shape 1034">
            <a:extLst>
              <a:ext uri="{C183D7F6-B498-43B3-948B-1728B52AA6E4}">
                <adec:decorative xmlns:adec="http://schemas.microsoft.com/office/drawing/2017/decorative" val="1"/>
              </a:ext>
            </a:extLst>
          </p:cNvPr>
          <p:cNvSpPr/>
          <p:nvPr/>
        </p:nvSpPr>
        <p:spPr>
          <a:xfrm rot="10800000">
            <a:off x="5382000" y="6209640"/>
            <a:ext cx="6810120" cy="648360"/>
          </a:xfrm>
          <a:custGeom>
            <a:avLst/>
            <a:gdLst>
              <a:gd name="textAreaLeft" fmla="*/ 0 w 6810120"/>
              <a:gd name="textAreaRight" fmla="*/ 6810480 w 6810120"/>
              <a:gd name="textAreaTop" fmla="*/ 0 h 648360"/>
              <a:gd name="textAreaBottom" fmla="*/ 648720 h 648360"/>
            </a:gdLst>
            <a:ahLst/>
            <a:cxnLst/>
            <a:rect l="textAreaLeft" t="textAreaTop" r="textAreaRight" b="textAreaBottom"/>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pic>
        <p:nvPicPr>
          <p:cNvPr id="114" name="Picture 4"/>
          <p:cNvPicPr/>
          <p:nvPr/>
        </p:nvPicPr>
        <p:blipFill>
          <a:blip r:embed="rId3"/>
          <a:stretch/>
        </p:blipFill>
        <p:spPr>
          <a:xfrm>
            <a:off x="6544800" y="4216680"/>
            <a:ext cx="2484360" cy="2061360"/>
          </a:xfrm>
          <a:prstGeom prst="rect">
            <a:avLst/>
          </a:prstGeom>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115" name="Rectangle 9">
            <a:extLst>
              <a:ext uri="{C183D7F6-B498-43B3-948B-1728B52AA6E4}">
                <adec:decorative xmlns:adec="http://schemas.microsoft.com/office/drawing/2017/decorative" val="1"/>
              </a:ext>
            </a:extLst>
          </p:cNvPr>
          <p:cNvSpPr/>
          <p:nvPr/>
        </p:nvSpPr>
        <p:spPr>
          <a:xfrm>
            <a:off x="0" y="0"/>
            <a:ext cx="12191760" cy="6857640"/>
          </a:xfrm>
          <a:prstGeom prst="rect">
            <a:avLst/>
          </a:prstGeom>
          <a:ln w="12700">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116" name="Freeform: Shape 11">
            <a:extLst>
              <a:ext uri="{C183D7F6-B498-43B3-948B-1728B52AA6E4}">
                <adec:decorative xmlns:adec="http://schemas.microsoft.com/office/drawing/2017/decorative" val="1"/>
              </a:ext>
            </a:extLst>
          </p:cNvPr>
          <p:cNvSpPr/>
          <p:nvPr/>
        </p:nvSpPr>
        <p:spPr>
          <a:xfrm>
            <a:off x="0" y="0"/>
            <a:ext cx="12191760" cy="2083320"/>
          </a:xfrm>
          <a:custGeom>
            <a:avLst/>
            <a:gdLst>
              <a:gd name="textAreaLeft" fmla="*/ 0 w 12191760"/>
              <a:gd name="textAreaRight" fmla="*/ 12192120 w 12191760"/>
              <a:gd name="textAreaTop" fmla="*/ 0 h 2083320"/>
              <a:gd name="textAreaBottom" fmla="*/ 2083680 h 2083320"/>
            </a:gdLst>
            <a:ahLst/>
            <a:cxnLst/>
            <a:rect l="textAreaLeft" t="textAreaTop" r="textAreaRight" b="textAreaBottom"/>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117" name="PlaceHolder 1"/>
          <p:cNvSpPr>
            <a:spLocks noGrp="1"/>
          </p:cNvSpPr>
          <p:nvPr>
            <p:ph type="title"/>
          </p:nvPr>
        </p:nvSpPr>
        <p:spPr>
          <a:xfrm>
            <a:off x="828720" y="494280"/>
            <a:ext cx="10534320" cy="817200"/>
          </a:xfrm>
          <a:prstGeom prst="rect">
            <a:avLst/>
          </a:prstGeom>
          <a:noFill/>
          <a:ln w="0">
            <a:noFill/>
          </a:ln>
        </p:spPr>
        <p:txBody>
          <a:bodyPr lIns="91440" tIns="45720" rIns="91440" bIns="45720" anchor="b">
            <a:normAutofit/>
          </a:bodyPr>
          <a:lstStyle/>
          <a:p>
            <a:pPr indent="0" algn="ctr" defTabSz="914400">
              <a:lnSpc>
                <a:spcPct val="90000"/>
              </a:lnSpc>
              <a:buNone/>
            </a:pPr>
            <a:r>
              <a:rPr lang="en-US" sz="3600" b="0" strike="noStrike" spc="-1">
                <a:solidFill>
                  <a:schemeClr val="dk1"/>
                </a:solidFill>
                <a:latin typeface="Aptos Display"/>
              </a:rPr>
              <a:t>The Compiler Toolchain</a:t>
            </a:r>
            <a:endParaRPr lang="en-US" sz="3600" b="0" strike="noStrike" spc="-1">
              <a:solidFill>
                <a:schemeClr val="dk1"/>
              </a:solidFill>
              <a:latin typeface="Aptos"/>
            </a:endParaRPr>
          </a:p>
        </p:txBody>
      </p:sp>
      <p:sp>
        <p:nvSpPr>
          <p:cNvPr id="118" name="PlaceHolder 2"/>
          <p:cNvSpPr>
            <a:spLocks noGrp="1"/>
          </p:cNvSpPr>
          <p:nvPr>
            <p:ph/>
          </p:nvPr>
        </p:nvSpPr>
        <p:spPr>
          <a:xfrm>
            <a:off x="1882440" y="1328400"/>
            <a:ext cx="8426520" cy="39708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2000" b="0" u="sng" strike="noStrike" spc="-1">
                <a:solidFill>
                  <a:schemeClr val="accent2">
                    <a:lumMod val="50000"/>
                  </a:schemeClr>
                </a:solidFill>
                <a:uFillTx/>
                <a:latin typeface="Aptos"/>
              </a:rPr>
              <a:t>A compiler is one component in a toolchain of programs used to create executables from source code</a:t>
            </a:r>
            <a:endParaRPr lang="en-US" sz="2000" b="0" strike="noStrike" spc="-1">
              <a:solidFill>
                <a:schemeClr val="dk1"/>
              </a:solidFill>
              <a:latin typeface="Aptos"/>
            </a:endParaRPr>
          </a:p>
        </p:txBody>
      </p:sp>
      <p:pic>
        <p:nvPicPr>
          <p:cNvPr id="119" name="Picture 4" descr="Unix C code compilation"/>
          <p:cNvPicPr/>
          <p:nvPr/>
        </p:nvPicPr>
        <p:blipFill>
          <a:blip r:embed="rId2"/>
          <a:stretch/>
        </p:blipFill>
        <p:spPr>
          <a:xfrm>
            <a:off x="468360" y="2099880"/>
            <a:ext cx="10998000" cy="4564440"/>
          </a:xfrm>
          <a:prstGeom prst="rect">
            <a:avLst/>
          </a:prstGeom>
          <a:ln w="0">
            <a:noFill/>
          </a:ln>
        </p:spPr>
      </p:pic>
      <p:cxnSp>
        <p:nvCxnSpPr>
          <p:cNvPr id="120" name="Straight Arrow Connector 10"/>
          <p:cNvCxnSpPr/>
          <p:nvPr/>
        </p:nvCxnSpPr>
        <p:spPr>
          <a:xfrm flipH="1">
            <a:off x="6647400" y="2697480"/>
            <a:ext cx="366120" cy="521280"/>
          </a:xfrm>
          <a:prstGeom prst="straightConnector1">
            <a:avLst/>
          </a:prstGeom>
          <a:ln>
            <a:solidFill>
              <a:srgbClr val="FF0000"/>
            </a:solidFill>
            <a:tailEnd type="triangle" w="med" len="me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121" name="Rectangle 7">
            <a:extLst>
              <a:ext uri="{C183D7F6-B498-43B3-948B-1728B52AA6E4}">
                <adec:decorative xmlns:adec="http://schemas.microsoft.com/office/drawing/2017/decorative" val="1"/>
              </a:ext>
            </a:extLst>
          </p:cNvPr>
          <p:cNvSpPr/>
          <p:nvPr/>
        </p:nvSpPr>
        <p:spPr>
          <a:xfrm>
            <a:off x="0" y="0"/>
            <a:ext cx="12191760" cy="6857640"/>
          </a:xfrm>
          <a:prstGeom prst="rect">
            <a:avLst/>
          </a:prstGeom>
          <a:ln w="12700">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122" name="PlaceHolder 1"/>
          <p:cNvSpPr>
            <a:spLocks noGrp="1"/>
          </p:cNvSpPr>
          <p:nvPr>
            <p:ph type="title"/>
          </p:nvPr>
        </p:nvSpPr>
        <p:spPr>
          <a:xfrm>
            <a:off x="1629720" y="934200"/>
            <a:ext cx="8924040" cy="1058040"/>
          </a:xfrm>
          <a:prstGeom prst="rect">
            <a:avLst/>
          </a:prstGeom>
          <a:noFill/>
          <a:ln w="0">
            <a:noFill/>
          </a:ln>
        </p:spPr>
        <p:txBody>
          <a:bodyPr lIns="91440" tIns="45720" rIns="91440" bIns="45720" anchor="ctr">
            <a:normAutofit/>
          </a:bodyPr>
          <a:lstStyle/>
          <a:p>
            <a:pPr indent="0" algn="ctr" defTabSz="914400">
              <a:lnSpc>
                <a:spcPct val="90000"/>
              </a:lnSpc>
              <a:buNone/>
            </a:pPr>
            <a:r>
              <a:rPr lang="en-US" sz="4400" b="0" strike="noStrike" spc="-1">
                <a:solidFill>
                  <a:schemeClr val="dk1"/>
                </a:solidFill>
                <a:latin typeface="Aptos Display"/>
              </a:rPr>
              <a:t>What are we reversing ?</a:t>
            </a:r>
            <a:endParaRPr lang="en-US" sz="4400" b="0" strike="noStrike" spc="-1">
              <a:solidFill>
                <a:schemeClr val="dk1"/>
              </a:solidFill>
              <a:latin typeface="Aptos"/>
            </a:endParaRPr>
          </a:p>
        </p:txBody>
      </p:sp>
      <p:sp>
        <p:nvSpPr>
          <p:cNvPr id="123" name="Freeform: Shape 9">
            <a:extLst>
              <a:ext uri="{C183D7F6-B498-43B3-948B-1728B52AA6E4}">
                <adec:decorative xmlns:adec="http://schemas.microsoft.com/office/drawing/2017/decorative" val="1"/>
              </a:ext>
            </a:extLst>
          </p:cNvPr>
          <p:cNvSpPr/>
          <p:nvPr/>
        </p:nvSpPr>
        <p:spPr>
          <a:xfrm>
            <a:off x="1293840" y="2337840"/>
            <a:ext cx="9604080" cy="3585600"/>
          </a:xfrm>
          <a:custGeom>
            <a:avLst/>
            <a:gdLst>
              <a:gd name="textAreaLeft" fmla="*/ 0 w 9604080"/>
              <a:gd name="textAreaRight" fmla="*/ 9604440 w 9604080"/>
              <a:gd name="textAreaTop" fmla="*/ 0 h 3585600"/>
              <a:gd name="textAreaBottom" fmla="*/ 3585960 h 3585600"/>
            </a:gdLst>
            <a:ahLst/>
            <a:cxnLst/>
            <a:rect l="textAreaLeft" t="textAreaTop" r="textAreaRight" b="textAreaBottom"/>
            <a:pathLst>
              <a:path w="9604374" h="3585866">
                <a:moveTo>
                  <a:pt x="0" y="0"/>
                </a:moveTo>
                <a:lnTo>
                  <a:pt x="9604374" y="0"/>
                </a:lnTo>
                <a:lnTo>
                  <a:pt x="9604374" y="3095088"/>
                </a:lnTo>
                <a:lnTo>
                  <a:pt x="9591455" y="3097044"/>
                </a:lnTo>
                <a:cubicBezTo>
                  <a:pt x="9496183" y="3133516"/>
                  <a:pt x="9411472" y="3121301"/>
                  <a:pt x="9285147" y="3164182"/>
                </a:cubicBezTo>
                <a:cubicBezTo>
                  <a:pt x="9222914" y="3162781"/>
                  <a:pt x="9174371" y="3173454"/>
                  <a:pt x="9114078" y="3164299"/>
                </a:cubicBezTo>
                <a:cubicBezTo>
                  <a:pt x="9087411" y="3155904"/>
                  <a:pt x="9030947" y="3180906"/>
                  <a:pt x="8999665" y="3157864"/>
                </a:cubicBezTo>
                <a:cubicBezTo>
                  <a:pt x="8997339" y="3174606"/>
                  <a:pt x="8938300" y="3159909"/>
                  <a:pt x="8925240" y="3152135"/>
                </a:cubicBezTo>
                <a:cubicBezTo>
                  <a:pt x="8910091" y="3159441"/>
                  <a:pt x="8884639" y="3146109"/>
                  <a:pt x="8868257" y="3146819"/>
                </a:cubicBezTo>
                <a:cubicBezTo>
                  <a:pt x="8835852" y="3110204"/>
                  <a:pt x="8832251" y="3167659"/>
                  <a:pt x="8792363" y="3146856"/>
                </a:cubicBezTo>
                <a:cubicBezTo>
                  <a:pt x="8774838" y="3159285"/>
                  <a:pt x="8715420" y="3185652"/>
                  <a:pt x="8668399" y="3196893"/>
                </a:cubicBezTo>
                <a:cubicBezTo>
                  <a:pt x="8575902" y="3221445"/>
                  <a:pt x="8569506" y="3250654"/>
                  <a:pt x="8474043" y="3240734"/>
                </a:cubicBezTo>
                <a:cubicBezTo>
                  <a:pt x="8460613" y="3264436"/>
                  <a:pt x="8297088" y="3204738"/>
                  <a:pt x="8317555" y="3247156"/>
                </a:cubicBezTo>
                <a:cubicBezTo>
                  <a:pt x="8285696" y="3245083"/>
                  <a:pt x="8262352" y="3228203"/>
                  <a:pt x="8280111" y="3255812"/>
                </a:cubicBezTo>
                <a:lnTo>
                  <a:pt x="8096088" y="3253903"/>
                </a:lnTo>
                <a:cubicBezTo>
                  <a:pt x="7994084" y="3261603"/>
                  <a:pt x="7930388" y="3281921"/>
                  <a:pt x="7825642" y="3271628"/>
                </a:cubicBezTo>
                <a:cubicBezTo>
                  <a:pt x="7723046" y="3270395"/>
                  <a:pt x="7671282" y="3252297"/>
                  <a:pt x="7531820" y="3252671"/>
                </a:cubicBezTo>
                <a:cubicBezTo>
                  <a:pt x="7433606" y="3250277"/>
                  <a:pt x="7293100" y="3236234"/>
                  <a:pt x="7193751" y="3245192"/>
                </a:cubicBezTo>
                <a:cubicBezTo>
                  <a:pt x="7074822" y="3223769"/>
                  <a:pt x="7104250" y="3250265"/>
                  <a:pt x="6976768" y="3238559"/>
                </a:cubicBezTo>
                <a:cubicBezTo>
                  <a:pt x="6921032" y="3284865"/>
                  <a:pt x="6823818" y="3261794"/>
                  <a:pt x="6756462" y="3273268"/>
                </a:cubicBezTo>
                <a:cubicBezTo>
                  <a:pt x="6679037" y="3283316"/>
                  <a:pt x="6590030" y="3294204"/>
                  <a:pt x="6512214" y="3298845"/>
                </a:cubicBezTo>
                <a:cubicBezTo>
                  <a:pt x="6450581" y="3277980"/>
                  <a:pt x="6366042" y="3329199"/>
                  <a:pt x="6289569" y="3301118"/>
                </a:cubicBezTo>
                <a:cubicBezTo>
                  <a:pt x="6261432" y="3294355"/>
                  <a:pt x="6174310" y="3295209"/>
                  <a:pt x="6157816" y="3308643"/>
                </a:cubicBezTo>
                <a:cubicBezTo>
                  <a:pt x="6139648" y="3311557"/>
                  <a:pt x="6118459" y="3306799"/>
                  <a:pt x="6110062" y="3321185"/>
                </a:cubicBezTo>
                <a:cubicBezTo>
                  <a:pt x="6096189" y="3338498"/>
                  <a:pt x="6032810" y="3311765"/>
                  <a:pt x="6041832" y="3332190"/>
                </a:cubicBezTo>
                <a:cubicBezTo>
                  <a:pt x="5996830" y="3313871"/>
                  <a:pt x="5961033" y="3350141"/>
                  <a:pt x="5923195" y="3359104"/>
                </a:cubicBezTo>
                <a:cubicBezTo>
                  <a:pt x="5887750" y="3340930"/>
                  <a:pt x="5853570" y="3365323"/>
                  <a:pt x="5770972" y="3369893"/>
                </a:cubicBezTo>
                <a:cubicBezTo>
                  <a:pt x="5731993" y="3348876"/>
                  <a:pt x="5705091" y="3385599"/>
                  <a:pt x="5632583" y="3357730"/>
                </a:cubicBezTo>
                <a:cubicBezTo>
                  <a:pt x="5594087" y="3357562"/>
                  <a:pt x="5606154" y="3357443"/>
                  <a:pt x="5539996" y="3352890"/>
                </a:cubicBezTo>
                <a:cubicBezTo>
                  <a:pt x="5439049" y="3348000"/>
                  <a:pt x="5408459" y="3356166"/>
                  <a:pt x="5315460" y="3350411"/>
                </a:cubicBezTo>
                <a:cubicBezTo>
                  <a:pt x="5211119" y="3348356"/>
                  <a:pt x="5208881" y="3372469"/>
                  <a:pt x="5072455" y="3338147"/>
                </a:cubicBezTo>
                <a:cubicBezTo>
                  <a:pt x="5061717" y="3354508"/>
                  <a:pt x="5045493" y="3355753"/>
                  <a:pt x="5016364" y="3348937"/>
                </a:cubicBezTo>
                <a:cubicBezTo>
                  <a:pt x="4965900" y="3349130"/>
                  <a:pt x="4977835" y="3389131"/>
                  <a:pt x="4922276" y="3366515"/>
                </a:cubicBezTo>
                <a:cubicBezTo>
                  <a:pt x="4935702" y="3387794"/>
                  <a:pt x="4828733" y="3377760"/>
                  <a:pt x="4856444" y="3399463"/>
                </a:cubicBezTo>
                <a:cubicBezTo>
                  <a:pt x="4827698" y="3420094"/>
                  <a:pt x="4805019" y="3388256"/>
                  <a:pt x="4775993" y="3406312"/>
                </a:cubicBezTo>
                <a:cubicBezTo>
                  <a:pt x="4744470" y="3406056"/>
                  <a:pt x="4706605" y="3394901"/>
                  <a:pt x="4667320" y="3397926"/>
                </a:cubicBezTo>
                <a:cubicBezTo>
                  <a:pt x="4613435" y="3387476"/>
                  <a:pt x="4608100" y="3410487"/>
                  <a:pt x="4540268" y="3424464"/>
                </a:cubicBezTo>
                <a:cubicBezTo>
                  <a:pt x="4508279" y="3412969"/>
                  <a:pt x="4485989" y="3420063"/>
                  <a:pt x="4465491" y="3433154"/>
                </a:cubicBezTo>
                <a:cubicBezTo>
                  <a:pt x="4396498" y="3432601"/>
                  <a:pt x="4338078" y="3453569"/>
                  <a:pt x="4262864" y="3464075"/>
                </a:cubicBezTo>
                <a:cubicBezTo>
                  <a:pt x="4180249" y="3483394"/>
                  <a:pt x="4225769" y="3479019"/>
                  <a:pt x="4175005" y="3493545"/>
                </a:cubicBezTo>
                <a:lnTo>
                  <a:pt x="4030100" y="3514212"/>
                </a:lnTo>
                <a:lnTo>
                  <a:pt x="3926631" y="3525304"/>
                </a:lnTo>
                <a:lnTo>
                  <a:pt x="3897306" y="3547095"/>
                </a:lnTo>
                <a:lnTo>
                  <a:pt x="3896886" y="3547500"/>
                </a:lnTo>
                <a:lnTo>
                  <a:pt x="3834004" y="3550510"/>
                </a:lnTo>
                <a:cubicBezTo>
                  <a:pt x="3800562" y="3554957"/>
                  <a:pt x="3734185" y="3568533"/>
                  <a:pt x="3696227" y="3574175"/>
                </a:cubicBezTo>
                <a:cubicBezTo>
                  <a:pt x="3661780" y="3570074"/>
                  <a:pt x="3640587" y="3551815"/>
                  <a:pt x="3652821" y="3580368"/>
                </a:cubicBezTo>
                <a:cubicBezTo>
                  <a:pt x="3641506" y="3579831"/>
                  <a:pt x="3634593" y="3582151"/>
                  <a:pt x="3629691" y="3585866"/>
                </a:cubicBezTo>
                <a:lnTo>
                  <a:pt x="3595018" y="3571623"/>
                </a:lnTo>
                <a:lnTo>
                  <a:pt x="3551656" y="3577800"/>
                </a:lnTo>
                <a:lnTo>
                  <a:pt x="3541558" y="3579797"/>
                </a:lnTo>
                <a:lnTo>
                  <a:pt x="3465708" y="3565931"/>
                </a:lnTo>
                <a:lnTo>
                  <a:pt x="3458313" y="3560366"/>
                </a:lnTo>
                <a:cubicBezTo>
                  <a:pt x="3450380" y="3556940"/>
                  <a:pt x="3439090" y="3555355"/>
                  <a:pt x="3420278" y="3557947"/>
                </a:cubicBezTo>
                <a:lnTo>
                  <a:pt x="3415952" y="3559424"/>
                </a:lnTo>
                <a:lnTo>
                  <a:pt x="3384432" y="3550905"/>
                </a:lnTo>
                <a:cubicBezTo>
                  <a:pt x="3374259" y="3547029"/>
                  <a:pt x="3265415" y="3542149"/>
                  <a:pt x="3258039" y="3535884"/>
                </a:cubicBezTo>
                <a:cubicBezTo>
                  <a:pt x="3138852" y="3551394"/>
                  <a:pt x="3130647" y="3523871"/>
                  <a:pt x="3015008" y="3528000"/>
                </a:cubicBezTo>
                <a:cubicBezTo>
                  <a:pt x="2914857" y="3486061"/>
                  <a:pt x="2851687" y="3511605"/>
                  <a:pt x="2761910" y="3505496"/>
                </a:cubicBezTo>
                <a:cubicBezTo>
                  <a:pt x="2676401" y="3501198"/>
                  <a:pt x="2636809" y="3514769"/>
                  <a:pt x="2521923" y="3514208"/>
                </a:cubicBezTo>
                <a:cubicBezTo>
                  <a:pt x="2400197" y="3505062"/>
                  <a:pt x="2222818" y="3509922"/>
                  <a:pt x="2085894" y="3490122"/>
                </a:cubicBezTo>
                <a:cubicBezTo>
                  <a:pt x="1978312" y="3483748"/>
                  <a:pt x="1977940" y="3488460"/>
                  <a:pt x="1936305" y="3487966"/>
                </a:cubicBezTo>
                <a:cubicBezTo>
                  <a:pt x="1922459" y="3490683"/>
                  <a:pt x="1849334" y="3482739"/>
                  <a:pt x="1836080" y="3487150"/>
                </a:cubicBezTo>
                <a:lnTo>
                  <a:pt x="1829133" y="3489437"/>
                </a:lnTo>
                <a:lnTo>
                  <a:pt x="1801140" y="3490787"/>
                </a:lnTo>
                <a:lnTo>
                  <a:pt x="1793476" y="3500921"/>
                </a:lnTo>
                <a:lnTo>
                  <a:pt x="1699923" y="3509706"/>
                </a:lnTo>
                <a:cubicBezTo>
                  <a:pt x="1637728" y="3485036"/>
                  <a:pt x="1584624" y="3514467"/>
                  <a:pt x="1474760" y="3513685"/>
                </a:cubicBezTo>
                <a:cubicBezTo>
                  <a:pt x="1445646" y="3505164"/>
                  <a:pt x="1329781" y="3484421"/>
                  <a:pt x="1308130" y="3496703"/>
                </a:cubicBezTo>
                <a:cubicBezTo>
                  <a:pt x="1287409" y="3498430"/>
                  <a:pt x="1265391" y="3492347"/>
                  <a:pt x="1252381" y="3506093"/>
                </a:cubicBezTo>
                <a:cubicBezTo>
                  <a:pt x="1232588" y="3522393"/>
                  <a:pt x="1170020" y="3491785"/>
                  <a:pt x="1174550" y="3512642"/>
                </a:cubicBezTo>
                <a:cubicBezTo>
                  <a:pt x="1119896" y="3512841"/>
                  <a:pt x="1000484" y="3507431"/>
                  <a:pt x="924455" y="3507283"/>
                </a:cubicBezTo>
                <a:cubicBezTo>
                  <a:pt x="887180" y="3483915"/>
                  <a:pt x="777361" y="3516071"/>
                  <a:pt x="718373" y="3511753"/>
                </a:cubicBezTo>
                <a:cubicBezTo>
                  <a:pt x="666588" y="3513355"/>
                  <a:pt x="661645" y="3525551"/>
                  <a:pt x="600444" y="3520899"/>
                </a:cubicBezTo>
                <a:cubicBezTo>
                  <a:pt x="491334" y="3516943"/>
                  <a:pt x="451794" y="3507522"/>
                  <a:pt x="351173" y="3495843"/>
                </a:cubicBezTo>
                <a:cubicBezTo>
                  <a:pt x="237121" y="3487112"/>
                  <a:pt x="235857" y="3499212"/>
                  <a:pt x="108372" y="3484386"/>
                </a:cubicBezTo>
                <a:cubicBezTo>
                  <a:pt x="86318" y="3481054"/>
                  <a:pt x="40657" y="3480329"/>
                  <a:pt x="6467" y="3476532"/>
                </a:cubicBezTo>
                <a:lnTo>
                  <a:pt x="0" y="3475412"/>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124" name="Rectangle 6">
            <a:extLst>
              <a:ext uri="{C183D7F6-B498-43B3-948B-1728B52AA6E4}">
                <adec:decorative xmlns:adec="http://schemas.microsoft.com/office/drawing/2017/decorative" val="1"/>
              </a:ext>
            </a:extLst>
          </p:cNvPr>
          <p:cNvSpPr/>
          <p:nvPr/>
        </p:nvSpPr>
        <p:spPr>
          <a:xfrm>
            <a:off x="5421600" y="2190600"/>
            <a:ext cx="1348200" cy="407520"/>
          </a:xfrm>
          <a:custGeom>
            <a:avLst/>
            <a:gdLst>
              <a:gd name="textAreaLeft" fmla="*/ 0 w 1348200"/>
              <a:gd name="textAreaRight" fmla="*/ 1348560 w 1348200"/>
              <a:gd name="textAreaTop" fmla="*/ 0 h 407520"/>
              <a:gd name="textAreaBottom" fmla="*/ 407880 h 407520"/>
            </a:gdLst>
            <a:ahLst/>
            <a:cxnLst/>
            <a:rect l="textAreaLeft" t="textAreaTop" r="textAreaRight" b="textAreaBottom"/>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480"/>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125" name="PlaceHolder 2"/>
          <p:cNvSpPr>
            <a:spLocks noGrp="1"/>
          </p:cNvSpPr>
          <p:nvPr>
            <p:ph/>
          </p:nvPr>
        </p:nvSpPr>
        <p:spPr>
          <a:xfrm>
            <a:off x="1941120" y="2752200"/>
            <a:ext cx="8309160" cy="2756520"/>
          </a:xfrm>
          <a:prstGeom prst="rect">
            <a:avLst/>
          </a:prstGeom>
          <a:noFill/>
          <a:ln w="0">
            <a:noFill/>
          </a:ln>
        </p:spPr>
        <p:txBody>
          <a:bodyPr lIns="91440" tIns="45720" rIns="91440" bIns="45720" anchor="t">
            <a:normAutofit/>
          </a:bodyPr>
          <a:lstStyle/>
          <a:p>
            <a:pPr marL="37080" indent="0" defTabSz="914400">
              <a:lnSpc>
                <a:spcPct val="90000"/>
              </a:lnSpc>
              <a:spcBef>
                <a:spcPts val="1001"/>
              </a:spcBef>
              <a:buNone/>
              <a:tabLst>
                <a:tab pos="0" algn="l"/>
              </a:tabLst>
            </a:pPr>
            <a:r>
              <a:rPr lang="en-US" sz="2000" b="0" strike="noStrike" spc="-1">
                <a:solidFill>
                  <a:schemeClr val="dk1"/>
                </a:solidFill>
                <a:latin typeface="Calisto MT"/>
              </a:rPr>
              <a:t>Generally, we will be dealing with:</a:t>
            </a:r>
            <a:endParaRPr lang="en-US" sz="2000" b="0" strike="noStrike" spc="-1">
              <a:solidFill>
                <a:schemeClr val="dk1"/>
              </a:solidFill>
              <a:latin typeface="Aptos"/>
            </a:endParaRPr>
          </a:p>
          <a:p>
            <a:pPr marL="37080" indent="0" defTabSz="914400">
              <a:lnSpc>
                <a:spcPct val="90000"/>
              </a:lnSpc>
              <a:spcBef>
                <a:spcPts val="1001"/>
              </a:spcBef>
              <a:buNone/>
              <a:tabLst>
                <a:tab pos="0" algn="l"/>
              </a:tabLst>
            </a:pPr>
            <a:r>
              <a:rPr lang="en-US" sz="2000" b="0" strike="noStrike" spc="-1">
                <a:solidFill>
                  <a:schemeClr val="dk1"/>
                </a:solidFill>
                <a:latin typeface="Calisto MT"/>
              </a:rPr>
              <a:t>-Executables (PE) (.exe, .dll, .sys…) windows</a:t>
            </a:r>
            <a:endParaRPr lang="en-US" sz="2000" b="0" strike="noStrike" spc="-1">
              <a:solidFill>
                <a:schemeClr val="dk1"/>
              </a:solidFill>
              <a:latin typeface="Aptos"/>
            </a:endParaRPr>
          </a:p>
          <a:p>
            <a:pPr marL="37080" indent="0" defTabSz="914400">
              <a:lnSpc>
                <a:spcPct val="90000"/>
              </a:lnSpc>
              <a:spcBef>
                <a:spcPts val="1001"/>
              </a:spcBef>
              <a:buNone/>
              <a:tabLst>
                <a:tab pos="0" algn="l"/>
              </a:tabLst>
            </a:pPr>
            <a:r>
              <a:rPr lang="en-US" sz="2000" b="0" strike="noStrike" spc="-1">
                <a:solidFill>
                  <a:schemeClr val="dk1"/>
                </a:solidFill>
                <a:latin typeface="Calisto MT"/>
              </a:rPr>
              <a:t>-ELF (executable, shared library, object file, core dumps…) Unix</a:t>
            </a:r>
            <a:endParaRPr lang="en-US" sz="2000" b="0" strike="noStrike" spc="-1">
              <a:solidFill>
                <a:schemeClr val="dk1"/>
              </a:solidFill>
              <a:latin typeface="Aptos"/>
            </a:endParaRPr>
          </a:p>
          <a:p>
            <a:pPr marL="37080" indent="0" defTabSz="914400">
              <a:lnSpc>
                <a:spcPct val="90000"/>
              </a:lnSpc>
              <a:spcBef>
                <a:spcPts val="1001"/>
              </a:spcBef>
              <a:buNone/>
              <a:tabLst>
                <a:tab pos="0" algn="l"/>
              </a:tabLst>
            </a:pPr>
            <a:r>
              <a:rPr lang="en-US" sz="2000" b="0" strike="noStrike" spc="-1">
                <a:solidFill>
                  <a:schemeClr val="dk1"/>
                </a:solidFill>
                <a:latin typeface="Calisto MT"/>
              </a:rPr>
              <a:t>-Mach-O executables</a:t>
            </a:r>
            <a:endParaRPr lang="en-US" sz="2000" b="0" strike="noStrike" spc="-1">
              <a:solidFill>
                <a:schemeClr val="dk1"/>
              </a:solidFill>
              <a:latin typeface="Aptos"/>
            </a:endParaRPr>
          </a:p>
          <a:p>
            <a:pPr marL="37080" indent="0" defTabSz="914400">
              <a:lnSpc>
                <a:spcPct val="90000"/>
              </a:lnSpc>
              <a:spcBef>
                <a:spcPts val="1001"/>
              </a:spcBef>
              <a:buNone/>
              <a:tabLst>
                <a:tab pos="0" algn="l"/>
              </a:tabLst>
            </a:pPr>
            <a:r>
              <a:rPr lang="en-US" sz="2000" b="0" strike="noStrike" spc="-1">
                <a:solidFill>
                  <a:schemeClr val="dk1"/>
                </a:solidFill>
                <a:latin typeface="Calisto MT"/>
              </a:rPr>
              <a:t>-Bytecode or intermediate language can be reversed too</a:t>
            </a:r>
            <a:endParaRPr lang="en-US" sz="2000" b="0" strike="noStrike" spc="-1">
              <a:solidFill>
                <a:schemeClr val="dk1"/>
              </a:solidFill>
              <a:latin typeface="Aptos"/>
            </a:endParaRPr>
          </a:p>
          <a:p>
            <a:pPr marL="37080" indent="0" defTabSz="914400">
              <a:lnSpc>
                <a:spcPct val="90000"/>
              </a:lnSpc>
              <a:spcBef>
                <a:spcPts val="1001"/>
              </a:spcBef>
              <a:buNone/>
              <a:tabLst>
                <a:tab pos="0" algn="l"/>
              </a:tabLst>
            </a:pPr>
            <a:endParaRPr lang="en-US" sz="2000" b="0" strike="noStrike" spc="-1">
              <a:solidFill>
                <a:schemeClr val="dk1"/>
              </a:solidFill>
              <a:latin typeface="Aptos"/>
            </a:endParaRPr>
          </a:p>
          <a:p>
            <a:pPr indent="0" defTabSz="914400">
              <a:lnSpc>
                <a:spcPct val="90000"/>
              </a:lnSpc>
              <a:spcBef>
                <a:spcPts val="1001"/>
              </a:spcBef>
              <a:buNone/>
              <a:tabLst>
                <a:tab pos="0" algn="l"/>
              </a:tabLst>
            </a:pPr>
            <a:endParaRPr lang="en-US" sz="2000" b="0" strike="noStrike" spc="-1">
              <a:solidFill>
                <a:schemeClr val="dk1"/>
              </a:solidFill>
              <a:latin typeface="Apto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a:solidFill>
                  <a:schemeClr val="dk1"/>
                </a:solidFill>
                <a:latin typeface="Aptos Display"/>
              </a:rPr>
              <a:t>What is an ELF binary ?</a:t>
            </a:r>
            <a:endParaRPr lang="en-US" sz="4400" b="0" strike="noStrike" spc="-1">
              <a:solidFill>
                <a:schemeClr val="dk1"/>
              </a:solidFill>
              <a:latin typeface="Aptos"/>
            </a:endParaRPr>
          </a:p>
        </p:txBody>
      </p:sp>
      <p:sp>
        <p:nvSpPr>
          <p:cNvPr id="127"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sng" strike="noStrike" spc="-1">
                <a:solidFill>
                  <a:schemeClr val="dk1"/>
                </a:solidFill>
                <a:uFillTx/>
                <a:latin typeface="Aptos"/>
              </a:rPr>
              <a:t>E</a:t>
            </a:r>
            <a:r>
              <a:rPr lang="en-US" sz="2800" b="0" strike="noStrike" spc="-1">
                <a:solidFill>
                  <a:schemeClr val="dk1"/>
                </a:solidFill>
                <a:latin typeface="Aptos"/>
              </a:rPr>
              <a:t>xecutable and </a:t>
            </a:r>
            <a:r>
              <a:rPr lang="en-US" sz="2800" b="0" u="sng" strike="noStrike" spc="-1">
                <a:solidFill>
                  <a:schemeClr val="dk1"/>
                </a:solidFill>
                <a:uFillTx/>
                <a:latin typeface="Aptos"/>
              </a:rPr>
              <a:t>L</a:t>
            </a:r>
            <a:r>
              <a:rPr lang="en-US" sz="2800" b="0" strike="noStrike" spc="-1">
                <a:solidFill>
                  <a:schemeClr val="dk1"/>
                </a:solidFill>
                <a:latin typeface="Aptos"/>
              </a:rPr>
              <a:t>inkable </a:t>
            </a:r>
            <a:r>
              <a:rPr lang="en-US" sz="2800" b="0" u="sng" strike="noStrike" spc="-1">
                <a:solidFill>
                  <a:schemeClr val="dk1"/>
                </a:solidFill>
                <a:uFillTx/>
                <a:latin typeface="Aptos"/>
              </a:rPr>
              <a:t>F</a:t>
            </a:r>
            <a:r>
              <a:rPr lang="en-US" sz="2800" b="0" strike="noStrike" spc="-1">
                <a:solidFill>
                  <a:schemeClr val="dk1"/>
                </a:solidFill>
                <a:latin typeface="Aptos"/>
              </a:rPr>
              <a:t>ormat</a:t>
            </a:r>
          </a:p>
          <a:p>
            <a:pPr marL="228600" indent="-228600" defTabSz="914400">
              <a:lnSpc>
                <a:spcPct val="90000"/>
              </a:lnSpc>
              <a:spcBef>
                <a:spcPts val="1001"/>
              </a:spcBef>
              <a:buClr>
                <a:srgbClr val="000000"/>
              </a:buClr>
              <a:buFont typeface="Arial"/>
              <a:buChar char="•"/>
            </a:pPr>
            <a:r>
              <a:rPr lang="en-US" sz="2800" b="0" u="sng" strike="noStrike" spc="-1">
                <a:solidFill>
                  <a:schemeClr val="dk1"/>
                </a:solidFill>
                <a:uFillTx/>
                <a:latin typeface="Aptos"/>
                <a:hlinkClick r:id="rId2"/>
              </a:rPr>
              <a:t>The 101 of ELF files on Linux: Understanding and Analysis - Linux Audit</a:t>
            </a:r>
            <a:endParaRPr lang="en-US" sz="2800" b="0" strike="noStrike" spc="-1">
              <a:solidFill>
                <a:schemeClr val="dk1"/>
              </a:solidFill>
              <a:latin typeface="Apto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a:solidFill>
                  <a:schemeClr val="dk1"/>
                </a:solidFill>
                <a:latin typeface="Aptos Display"/>
              </a:rPr>
              <a:t>What is an exe (PE) ?</a:t>
            </a:r>
            <a:endParaRPr lang="en-US" sz="4400" b="0" strike="noStrike" spc="-1">
              <a:solidFill>
                <a:schemeClr val="dk1"/>
              </a:solidFill>
              <a:latin typeface="Aptos"/>
            </a:endParaRPr>
          </a:p>
        </p:txBody>
      </p:sp>
      <p:sp>
        <p:nvSpPr>
          <p:cNvPr id="129"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2800" b="0" u="sng" strike="noStrike" spc="-1">
                <a:solidFill>
                  <a:schemeClr val="dk1"/>
                </a:solidFill>
                <a:uFillTx/>
                <a:latin typeface="Aptos"/>
                <a:hlinkClick r:id="rId2"/>
              </a:rPr>
              <a:t>A dive into the PE file format - PE file structure - Part 1: Overview - 0xRick’s Blog</a:t>
            </a:r>
            <a:endParaRPr lang="en-US" sz="2800" b="0" strike="noStrike" spc="-1">
              <a:solidFill>
                <a:schemeClr val="dk1"/>
              </a:solidFill>
              <a:latin typeface="Aptos"/>
            </a:endParaRPr>
          </a:p>
          <a:p>
            <a:pPr indent="0" defTabSz="914400">
              <a:lnSpc>
                <a:spcPct val="90000"/>
              </a:lnSpc>
              <a:spcBef>
                <a:spcPts val="1001"/>
              </a:spcBef>
              <a:buNone/>
              <a:tabLst>
                <a:tab pos="0" algn="l"/>
              </a:tabLst>
            </a:pPr>
            <a:endParaRPr lang="en-US" sz="2800" b="0" strike="noStrike" spc="-1">
              <a:solidFill>
                <a:schemeClr val="dk1"/>
              </a:solidFill>
              <a:latin typeface="Aptos"/>
            </a:endParaRPr>
          </a:p>
          <a:p>
            <a:pPr indent="0" defTabSz="914400">
              <a:lnSpc>
                <a:spcPct val="90000"/>
              </a:lnSpc>
              <a:spcBef>
                <a:spcPts val="1001"/>
              </a:spcBef>
              <a:buNone/>
              <a:tabLst>
                <a:tab pos="0" algn="l"/>
              </a:tabLst>
            </a:pPr>
            <a:r>
              <a:rPr lang="en-US" sz="2800" b="0" u="sng" strike="noStrike" spc="-1">
                <a:solidFill>
                  <a:schemeClr val="dk1"/>
                </a:solidFill>
                <a:uFillTx/>
                <a:latin typeface="Aptos"/>
                <a:hlinkClick r:id="rId3"/>
              </a:rPr>
              <a:t>The Windows Portable Executable (PE) File Format - Yuriy Georgiev's corner</a:t>
            </a:r>
            <a:endParaRPr lang="en-US" sz="2800" b="0" strike="noStrike" spc="-1">
              <a:solidFill>
                <a:schemeClr val="dk1"/>
              </a:solidFill>
              <a:latin typeface="Apto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130" name="Rectangle 9">
            <a:extLst>
              <a:ext uri="{C183D7F6-B498-43B3-948B-1728B52AA6E4}">
                <adec:decorative xmlns:adec="http://schemas.microsoft.com/office/drawing/2017/decorative" val="1"/>
              </a:ext>
            </a:extLst>
          </p:cNvPr>
          <p:cNvSpPr/>
          <p:nvPr/>
        </p:nvSpPr>
        <p:spPr>
          <a:xfrm>
            <a:off x="0" y="0"/>
            <a:ext cx="12191760" cy="6857640"/>
          </a:xfrm>
          <a:prstGeom prst="rect">
            <a:avLst/>
          </a:prstGeom>
          <a:ln w="12700">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131" name="Freeform: Shape 11">
            <a:extLst>
              <a:ext uri="{C183D7F6-B498-43B3-948B-1728B52AA6E4}">
                <adec:decorative xmlns:adec="http://schemas.microsoft.com/office/drawing/2017/decorative" val="1"/>
              </a:ext>
            </a:extLst>
          </p:cNvPr>
          <p:cNvSpPr/>
          <p:nvPr/>
        </p:nvSpPr>
        <p:spPr>
          <a:xfrm>
            <a:off x="0" y="0"/>
            <a:ext cx="5653080" cy="6857640"/>
          </a:xfrm>
          <a:custGeom>
            <a:avLst/>
            <a:gdLst>
              <a:gd name="textAreaLeft" fmla="*/ 0 w 5653080"/>
              <a:gd name="textAreaRight" fmla="*/ 5653440 w 5653080"/>
              <a:gd name="textAreaTop" fmla="*/ 0 h 6857640"/>
              <a:gd name="textAreaBottom" fmla="*/ 6858000 h 6857640"/>
            </a:gdLst>
            <a:ahLst/>
            <a:cxnLst/>
            <a:rect l="textAreaLeft" t="textAreaTop" r="textAreaRight" b="textAreaBottom"/>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132" name="PlaceHolder 1"/>
          <p:cNvSpPr>
            <a:spLocks noGrp="1"/>
          </p:cNvSpPr>
          <p:nvPr>
            <p:ph type="title"/>
          </p:nvPr>
        </p:nvSpPr>
        <p:spPr>
          <a:xfrm>
            <a:off x="419040" y="609480"/>
            <a:ext cx="4158000" cy="1330560"/>
          </a:xfrm>
          <a:prstGeom prst="rect">
            <a:avLst/>
          </a:prstGeom>
          <a:noFill/>
          <a:ln w="0">
            <a:noFill/>
          </a:ln>
        </p:spPr>
        <p:txBody>
          <a:bodyPr lIns="91440" tIns="45720" rIns="91440" bIns="45720" anchor="ctr">
            <a:normAutofit/>
          </a:bodyPr>
          <a:lstStyle/>
          <a:p>
            <a:pPr indent="0" defTabSz="914400">
              <a:lnSpc>
                <a:spcPct val="90000"/>
              </a:lnSpc>
              <a:buNone/>
            </a:pPr>
            <a:r>
              <a:rPr lang="en-US" sz="3100" b="0" strike="noStrike" spc="-1">
                <a:solidFill>
                  <a:schemeClr val="dk1"/>
                </a:solidFill>
                <a:latin typeface="Aptos Display"/>
              </a:rPr>
              <a:t>What is a decompiler ? (Reverse Compiler)</a:t>
            </a:r>
            <a:endParaRPr lang="en-US" sz="3100" b="0" strike="noStrike" spc="-1">
              <a:solidFill>
                <a:schemeClr val="dk1"/>
              </a:solidFill>
              <a:latin typeface="Aptos"/>
            </a:endParaRPr>
          </a:p>
        </p:txBody>
      </p:sp>
      <p:sp>
        <p:nvSpPr>
          <p:cNvPr id="133" name="PlaceHolder 2"/>
          <p:cNvSpPr>
            <a:spLocks noGrp="1"/>
          </p:cNvSpPr>
          <p:nvPr>
            <p:ph/>
          </p:nvPr>
        </p:nvSpPr>
        <p:spPr>
          <a:xfrm>
            <a:off x="295200" y="2194200"/>
            <a:ext cx="3993840" cy="390816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en-US" sz="2000" b="0" strike="noStrike" spc="-1">
                <a:solidFill>
                  <a:schemeClr val="dk1"/>
                </a:solidFill>
                <a:latin typeface="Aptos"/>
              </a:rPr>
              <a:t>A decompiler is a program that reads a program written in a machine language (The source language) and translates it into an equivalent program in a high level language (The target language)</a:t>
            </a:r>
          </a:p>
        </p:txBody>
      </p:sp>
      <p:pic>
        <p:nvPicPr>
          <p:cNvPr id="134" name="Picture 4"/>
          <p:cNvPicPr/>
          <p:nvPr/>
        </p:nvPicPr>
        <p:blipFill>
          <a:blip r:embed="rId2"/>
          <a:stretch/>
        </p:blipFill>
        <p:spPr>
          <a:xfrm>
            <a:off x="5181480" y="374040"/>
            <a:ext cx="7009920" cy="1330560"/>
          </a:xfrm>
          <a:prstGeom prst="rect">
            <a:avLst/>
          </a:prstGeom>
          <a:ln w="0">
            <a:noFill/>
          </a:ln>
        </p:spPr>
      </p:pic>
      <p:pic>
        <p:nvPicPr>
          <p:cNvPr id="135" name="Picture 6"/>
          <p:cNvPicPr/>
          <p:nvPr/>
        </p:nvPicPr>
        <p:blipFill>
          <a:blip r:embed="rId3"/>
          <a:stretch/>
        </p:blipFill>
        <p:spPr>
          <a:xfrm>
            <a:off x="6632640" y="1704960"/>
            <a:ext cx="4107960" cy="5070960"/>
          </a:xfrm>
          <a:prstGeom prst="rect">
            <a:avLst/>
          </a:prstGeom>
          <a:ln w="0">
            <a:noFill/>
          </a:ln>
        </p:spPr>
      </p:pic>
      <p:sp>
        <p:nvSpPr>
          <p:cNvPr id="136" name="Arrow: Down 7"/>
          <p:cNvSpPr/>
          <p:nvPr/>
        </p:nvSpPr>
        <p:spPr>
          <a:xfrm>
            <a:off x="8391600" y="1352520"/>
            <a:ext cx="294840" cy="456840"/>
          </a:xfrm>
          <a:prstGeom prst="downArrow">
            <a:avLst>
              <a:gd name="adj1" fmla="val 50000"/>
              <a:gd name="adj2" fmla="val 50000"/>
            </a:avLst>
          </a:prstGeom>
          <a:solidFill>
            <a:srgbClr val="156082"/>
          </a:solidFill>
          <a:ln>
            <a:solidFill>
              <a:srgbClr val="092A38"/>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137" name="Rectangle 9">
            <a:extLst>
              <a:ext uri="{C183D7F6-B498-43B3-948B-1728B52AA6E4}">
                <adec:decorative xmlns:adec="http://schemas.microsoft.com/office/drawing/2017/decorative" val="1"/>
              </a:ext>
            </a:extLst>
          </p:cNvPr>
          <p:cNvSpPr/>
          <p:nvPr/>
        </p:nvSpPr>
        <p:spPr>
          <a:xfrm>
            <a:off x="0" y="0"/>
            <a:ext cx="12191760" cy="6857640"/>
          </a:xfrm>
          <a:prstGeom prst="rect">
            <a:avLst/>
          </a:prstGeom>
          <a:ln w="12700">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138" name="Freeform: Shape 11">
            <a:extLst>
              <a:ext uri="{C183D7F6-B498-43B3-948B-1728B52AA6E4}">
                <adec:decorative xmlns:adec="http://schemas.microsoft.com/office/drawing/2017/decorative" val="1"/>
              </a:ext>
            </a:extLst>
          </p:cNvPr>
          <p:cNvSpPr/>
          <p:nvPr/>
        </p:nvSpPr>
        <p:spPr>
          <a:xfrm>
            <a:off x="0" y="0"/>
            <a:ext cx="12191760" cy="2083320"/>
          </a:xfrm>
          <a:custGeom>
            <a:avLst/>
            <a:gdLst>
              <a:gd name="textAreaLeft" fmla="*/ 0 w 12191760"/>
              <a:gd name="textAreaRight" fmla="*/ 12192120 w 12191760"/>
              <a:gd name="textAreaTop" fmla="*/ 0 h 2083320"/>
              <a:gd name="textAreaBottom" fmla="*/ 2083680 h 2083320"/>
            </a:gdLst>
            <a:ahLst/>
            <a:cxnLst/>
            <a:rect l="textAreaLeft" t="textAreaTop" r="textAreaRight" b="textAreaBottom"/>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139" name="PlaceHolder 1"/>
          <p:cNvSpPr>
            <a:spLocks noGrp="1"/>
          </p:cNvSpPr>
          <p:nvPr>
            <p:ph type="title"/>
          </p:nvPr>
        </p:nvSpPr>
        <p:spPr>
          <a:xfrm>
            <a:off x="828720" y="494280"/>
            <a:ext cx="10534320" cy="817200"/>
          </a:xfrm>
          <a:prstGeom prst="rect">
            <a:avLst/>
          </a:prstGeom>
          <a:noFill/>
          <a:ln w="0">
            <a:noFill/>
          </a:ln>
        </p:spPr>
        <p:txBody>
          <a:bodyPr lIns="91440" tIns="45720" rIns="91440" bIns="45720" anchor="b">
            <a:normAutofit/>
          </a:bodyPr>
          <a:lstStyle/>
          <a:p>
            <a:pPr indent="0" algn="ctr" defTabSz="914400">
              <a:lnSpc>
                <a:spcPct val="90000"/>
              </a:lnSpc>
              <a:buNone/>
            </a:pPr>
            <a:r>
              <a:rPr lang="en-US" sz="3600" b="0" strike="noStrike" spc="-1">
                <a:solidFill>
                  <a:schemeClr val="dk1"/>
                </a:solidFill>
                <a:latin typeface="Aptos Display"/>
              </a:rPr>
              <a:t>The Decompiler Toolchain</a:t>
            </a:r>
            <a:endParaRPr lang="en-US" sz="3600" b="0" strike="noStrike" spc="-1">
              <a:solidFill>
                <a:schemeClr val="dk1"/>
              </a:solidFill>
              <a:latin typeface="Aptos"/>
            </a:endParaRPr>
          </a:p>
        </p:txBody>
      </p:sp>
      <p:sp>
        <p:nvSpPr>
          <p:cNvPr id="140" name="PlaceHolder 2"/>
          <p:cNvSpPr>
            <a:spLocks noGrp="1"/>
          </p:cNvSpPr>
          <p:nvPr>
            <p:ph/>
          </p:nvPr>
        </p:nvSpPr>
        <p:spPr>
          <a:xfrm>
            <a:off x="1882440" y="1311840"/>
            <a:ext cx="8426520" cy="397080"/>
          </a:xfrm>
          <a:prstGeom prst="rect">
            <a:avLst/>
          </a:prstGeom>
          <a:noFill/>
          <a:ln w="0">
            <a:noFill/>
          </a:ln>
        </p:spPr>
        <p:txBody>
          <a:bodyPr lIns="91440" tIns="45720" rIns="91440" bIns="45720" anchor="t">
            <a:normAutofit fontScale="93550"/>
          </a:bodyPr>
          <a:lstStyle/>
          <a:p>
            <a:pPr indent="0" algn="ctr" defTabSz="914400">
              <a:lnSpc>
                <a:spcPct val="90000"/>
              </a:lnSpc>
              <a:spcBef>
                <a:spcPts val="1001"/>
              </a:spcBef>
              <a:buNone/>
              <a:tabLst>
                <a:tab pos="0" algn="l"/>
              </a:tabLst>
            </a:pPr>
            <a:r>
              <a:rPr lang="en-US" sz="1500" b="0" u="sng" strike="noStrike" spc="-1">
                <a:solidFill>
                  <a:schemeClr val="accent2">
                    <a:lumMod val="50000"/>
                  </a:schemeClr>
                </a:solidFill>
                <a:uFillTx/>
                <a:latin typeface="Aptos"/>
              </a:rPr>
              <a:t>Several programs can be used with the decompiler to create the target high-level language program</a:t>
            </a:r>
            <a:endParaRPr lang="en-US" sz="1500" b="0" strike="noStrike" spc="-1">
              <a:solidFill>
                <a:schemeClr val="dk1"/>
              </a:solidFill>
              <a:latin typeface="Aptos"/>
            </a:endParaRPr>
          </a:p>
        </p:txBody>
      </p:sp>
      <p:pic>
        <p:nvPicPr>
          <p:cNvPr id="141" name="Picture 4"/>
          <p:cNvPicPr/>
          <p:nvPr/>
        </p:nvPicPr>
        <p:blipFill>
          <a:blip r:embed="rId2"/>
          <a:stretch/>
        </p:blipFill>
        <p:spPr>
          <a:xfrm>
            <a:off x="2083680" y="2083680"/>
            <a:ext cx="7530840" cy="4480560"/>
          </a:xfrm>
          <a:prstGeom prst="rect">
            <a:avLst/>
          </a:prstGeom>
          <a:ln w="0">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42" name="Rectangle 15">
            <a:extLst>
              <a:ext uri="{C183D7F6-B498-43B3-948B-1728B52AA6E4}">
                <adec:decorative xmlns:adec="http://schemas.microsoft.com/office/drawing/2017/decorative" val="1"/>
              </a:ext>
            </a:extLst>
          </p:cNvPr>
          <p:cNvSpPr/>
          <p:nvPr/>
        </p:nvSpPr>
        <p:spPr>
          <a:xfrm>
            <a:off x="360" y="0"/>
            <a:ext cx="12191400" cy="6857640"/>
          </a:xfrm>
          <a:prstGeom prst="rect">
            <a:avLst/>
          </a:pr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rgbClr val="FFFFFF"/>
              </a:solidFill>
              <a:latin typeface="Meiryo"/>
            </a:endParaRPr>
          </a:p>
        </p:txBody>
      </p:sp>
      <p:sp>
        <p:nvSpPr>
          <p:cNvPr id="143" name="Freeform: Shape 17">
            <a:extLst>
              <a:ext uri="{C183D7F6-B498-43B3-948B-1728B52AA6E4}">
                <adec:decorative xmlns:adec="http://schemas.microsoft.com/office/drawing/2017/decorative" val="1"/>
              </a:ext>
            </a:extLst>
          </p:cNvPr>
          <p:cNvSpPr/>
          <p:nvPr/>
        </p:nvSpPr>
        <p:spPr>
          <a:xfrm>
            <a:off x="1113120" y="699840"/>
            <a:ext cx="3021840" cy="2778120"/>
          </a:xfrm>
          <a:custGeom>
            <a:avLst/>
            <a:gdLst>
              <a:gd name="textAreaLeft" fmla="*/ 0 w 3021840"/>
              <a:gd name="textAreaRight" fmla="*/ 3022200 w 3021840"/>
              <a:gd name="textAreaTop" fmla="*/ 0 h 2778120"/>
              <a:gd name="textAreaBottom" fmla="*/ 2778480 h 2778120"/>
            </a:gdLst>
            <a:ahLst/>
            <a:cxnLst/>
            <a:rect l="textAreaLeft" t="textAreaTop" r="textAreaRight" b="textAreaBottom"/>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144" name="Freeform: Shape 14">
            <a:extLst>
              <a:ext uri="{C183D7F6-B498-43B3-948B-1728B52AA6E4}">
                <adec:decorative xmlns:adec="http://schemas.microsoft.com/office/drawing/2017/decorative" val="1"/>
              </a:ext>
            </a:extLst>
          </p:cNvPr>
          <p:cNvSpPr/>
          <p:nvPr/>
        </p:nvSpPr>
        <p:spPr>
          <a:xfrm>
            <a:off x="1033200" y="621360"/>
            <a:ext cx="3171960" cy="2959560"/>
          </a:xfrm>
          <a:custGeom>
            <a:avLst/>
            <a:gdLst>
              <a:gd name="textAreaLeft" fmla="*/ 0 w 3171960"/>
              <a:gd name="textAreaRight" fmla="*/ 3172320 w 3171960"/>
              <a:gd name="textAreaTop" fmla="*/ 0 h 2959560"/>
              <a:gd name="textAreaBottom" fmla="*/ 2959920 h 2959560"/>
            </a:gdLst>
            <a:ahLst/>
            <a:cxnLst/>
            <a:rect l="textAreaLeft" t="textAreaTop" r="textAreaRight" b="textAreaBottom"/>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noFill/>
          <a:ln>
            <a:solidFill>
              <a:srgbClr val="FFFFFF">
                <a:alpha val="50000"/>
              </a:srgb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145" name="Freeform: Shape 16">
            <a:extLst>
              <a:ext uri="{C183D7F6-B498-43B3-948B-1728B52AA6E4}">
                <adec:decorative xmlns:adec="http://schemas.microsoft.com/office/drawing/2017/decorative" val="1"/>
              </a:ext>
            </a:extLst>
          </p:cNvPr>
          <p:cNvSpPr/>
          <p:nvPr/>
        </p:nvSpPr>
        <p:spPr>
          <a:xfrm flipV="1">
            <a:off x="4645440" y="664560"/>
            <a:ext cx="2941920" cy="2774880"/>
          </a:xfrm>
          <a:custGeom>
            <a:avLst/>
            <a:gdLst>
              <a:gd name="textAreaLeft" fmla="*/ 0 w 2941920"/>
              <a:gd name="textAreaRight" fmla="*/ 2942280 w 2941920"/>
              <a:gd name="textAreaTop" fmla="*/ 360 h 2774880"/>
              <a:gd name="textAreaBottom" fmla="*/ 2775600 h 2774880"/>
            </a:gdLst>
            <a:ahLst/>
            <a:cxnLst/>
            <a:rect l="textAreaLeft" t="textAreaTop" r="textAreaRight" b="textAreaBottom"/>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chemeClr val="bg1">
              <a:alpha val="30000"/>
            </a:schemeClr>
          </a:solidFill>
          <a:ln w="15875">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146" name="Freeform: Shape 18">
            <a:extLst>
              <a:ext uri="{C183D7F6-B498-43B3-948B-1728B52AA6E4}">
                <adec:decorative xmlns:adec="http://schemas.microsoft.com/office/drawing/2017/decorative" val="1"/>
              </a:ext>
            </a:extLst>
          </p:cNvPr>
          <p:cNvSpPr/>
          <p:nvPr/>
        </p:nvSpPr>
        <p:spPr>
          <a:xfrm flipV="1">
            <a:off x="4509720" y="571320"/>
            <a:ext cx="3171960" cy="2959560"/>
          </a:xfrm>
          <a:custGeom>
            <a:avLst/>
            <a:gdLst>
              <a:gd name="textAreaLeft" fmla="*/ 0 w 3171960"/>
              <a:gd name="textAreaRight" fmla="*/ 3172320 w 3171960"/>
              <a:gd name="textAreaTop" fmla="*/ -360 h 2959560"/>
              <a:gd name="textAreaBottom" fmla="*/ 2959560 h 2959560"/>
            </a:gdLst>
            <a:ahLst/>
            <a:cxnLst/>
            <a:rect l="textAreaLeft" t="textAreaTop" r="textAreaRight" b="textAreaBottom"/>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noFill/>
          <a:ln>
            <a:solidFill>
              <a:srgbClr val="FFFFFF">
                <a:alpha val="50000"/>
              </a:srgb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147" name="Freeform: Shape 20">
            <a:extLst>
              <a:ext uri="{C183D7F6-B498-43B3-948B-1728B52AA6E4}">
                <adec:decorative xmlns:adec="http://schemas.microsoft.com/office/drawing/2017/decorative" val="1"/>
              </a:ext>
            </a:extLst>
          </p:cNvPr>
          <p:cNvSpPr/>
          <p:nvPr/>
        </p:nvSpPr>
        <p:spPr>
          <a:xfrm flipH="1">
            <a:off x="8134560" y="741240"/>
            <a:ext cx="2943000" cy="2696040"/>
          </a:xfrm>
          <a:custGeom>
            <a:avLst/>
            <a:gdLst>
              <a:gd name="textAreaLeft" fmla="*/ -360 w 2943000"/>
              <a:gd name="textAreaRight" fmla="*/ 2943000 w 2943000"/>
              <a:gd name="textAreaTop" fmla="*/ 0 h 2696040"/>
              <a:gd name="textAreaBottom" fmla="*/ 2696400 h 2696040"/>
            </a:gdLst>
            <a:ahLst/>
            <a:cxnLst/>
            <a:rect l="textAreaLeft" t="textAreaTop" r="textAreaRight" b="textAreaBottom"/>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148" name="Freeform: Shape 22">
            <a:extLst>
              <a:ext uri="{C183D7F6-B498-43B3-948B-1728B52AA6E4}">
                <adec:decorative xmlns:adec="http://schemas.microsoft.com/office/drawing/2017/decorative" val="1"/>
              </a:ext>
            </a:extLst>
          </p:cNvPr>
          <p:cNvSpPr/>
          <p:nvPr/>
        </p:nvSpPr>
        <p:spPr>
          <a:xfrm flipH="1">
            <a:off x="7985520" y="621360"/>
            <a:ext cx="3171960" cy="2959560"/>
          </a:xfrm>
          <a:custGeom>
            <a:avLst/>
            <a:gdLst>
              <a:gd name="textAreaLeft" fmla="*/ -360 w 3171960"/>
              <a:gd name="textAreaRight" fmla="*/ 3171960 w 3171960"/>
              <a:gd name="textAreaTop" fmla="*/ 0 h 2959560"/>
              <a:gd name="textAreaBottom" fmla="*/ 2959920 h 2959560"/>
            </a:gdLst>
            <a:ahLst/>
            <a:cxnLst/>
            <a:rect l="textAreaLeft" t="textAreaTop" r="textAreaRight" b="textAreaBottom"/>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noFill/>
          <a:ln>
            <a:solidFill>
              <a:srgbClr val="FFFFFF">
                <a:alpha val="50000"/>
              </a:srgb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149" name="PlaceHolder 1"/>
          <p:cNvSpPr>
            <a:spLocks noGrp="1"/>
          </p:cNvSpPr>
          <p:nvPr>
            <p:ph type="title"/>
          </p:nvPr>
        </p:nvSpPr>
        <p:spPr>
          <a:xfrm>
            <a:off x="1920960" y="3539160"/>
            <a:ext cx="8768880" cy="873360"/>
          </a:xfrm>
          <a:prstGeom prst="rect">
            <a:avLst/>
          </a:prstGeom>
          <a:noFill/>
          <a:ln w="0">
            <a:noFill/>
          </a:ln>
        </p:spPr>
        <p:txBody>
          <a:bodyPr lIns="91440" tIns="45720" rIns="91440" bIns="45720" anchor="b">
            <a:normAutofit/>
          </a:bodyPr>
          <a:lstStyle/>
          <a:p>
            <a:pPr indent="0" algn="ctr" defTabSz="914400">
              <a:lnSpc>
                <a:spcPct val="90000"/>
              </a:lnSpc>
              <a:buNone/>
            </a:pPr>
            <a:r>
              <a:rPr lang="en-US" sz="3600" b="0" strike="noStrike" spc="-1">
                <a:solidFill>
                  <a:schemeClr val="dk1"/>
                </a:solidFill>
                <a:latin typeface="Aptos Display"/>
              </a:rPr>
              <a:t>Tools of the trade</a:t>
            </a:r>
            <a:endParaRPr lang="en-US" sz="3600" b="0" strike="noStrike" spc="-1">
              <a:solidFill>
                <a:schemeClr val="dk1"/>
              </a:solidFill>
              <a:latin typeface="Aptos"/>
            </a:endParaRPr>
          </a:p>
        </p:txBody>
      </p:sp>
      <p:pic>
        <p:nvPicPr>
          <p:cNvPr id="150" name="Picture 6" descr="Binary Ninja"/>
          <p:cNvPicPr/>
          <p:nvPr/>
        </p:nvPicPr>
        <p:blipFill>
          <a:blip r:embed="rId2"/>
          <a:stretch/>
        </p:blipFill>
        <p:spPr>
          <a:xfrm>
            <a:off x="1788120" y="1160640"/>
            <a:ext cx="1688040" cy="1688040"/>
          </a:xfrm>
          <a:prstGeom prst="rect">
            <a:avLst/>
          </a:prstGeom>
          <a:ln w="0">
            <a:noFill/>
          </a:ln>
        </p:spPr>
      </p:pic>
      <p:sp>
        <p:nvSpPr>
          <p:cNvPr id="151" name="Picture 2"/>
          <p:cNvSpPr/>
          <p:nvPr/>
        </p:nvSpPr>
        <p:spPr>
          <a:xfrm>
            <a:off x="5357520" y="1097280"/>
            <a:ext cx="1476360" cy="1810800"/>
          </a:xfrm>
          <a:prstGeom prst="ellipse">
            <a:avLst/>
          </a:prstGeom>
          <a:blipFill rotWithShape="0">
            <a:blip r:embed="rId3"/>
            <a:srcRect/>
            <a:stretch/>
          </a:blipFill>
          <a:ln w="63500" cap="rnd">
            <a:solidFill>
              <a:srgbClr val="333333"/>
            </a:solidFill>
            <a:round/>
          </a:ln>
          <a:effectLst>
            <a:outerShdw blurRad="380880" dist="29196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52" name="Picture 8"/>
          <p:cNvSpPr/>
          <p:nvPr/>
        </p:nvSpPr>
        <p:spPr>
          <a:xfrm>
            <a:off x="8644680" y="1160640"/>
            <a:ext cx="1674360" cy="1674360"/>
          </a:xfrm>
          <a:prstGeom prst="ellipse">
            <a:avLst/>
          </a:prstGeom>
          <a:blipFill rotWithShape="0">
            <a:blip r:embed="rId4"/>
            <a:srcRect/>
            <a:stretch/>
          </a:blipFill>
          <a:ln w="63500" cap="rnd">
            <a:solidFill>
              <a:srgbClr val="333333"/>
            </a:solidFill>
            <a:round/>
          </a:ln>
          <a:effectLst>
            <a:outerShdw blurRad="380880" dist="29196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153" name="Rectangle 7">
            <a:extLst>
              <a:ext uri="{C183D7F6-B498-43B3-948B-1728B52AA6E4}">
                <adec:decorative xmlns:adec="http://schemas.microsoft.com/office/drawing/2017/decorative" val="1"/>
              </a:ext>
            </a:extLst>
          </p:cNvPr>
          <p:cNvSpPr/>
          <p:nvPr/>
        </p:nvSpPr>
        <p:spPr>
          <a:xfrm>
            <a:off x="0" y="0"/>
            <a:ext cx="12191760" cy="6857640"/>
          </a:xfrm>
          <a:prstGeom prst="rect">
            <a:avLst/>
          </a:prstGeom>
          <a:ln w="12700">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154" name="PlaceHolder 1"/>
          <p:cNvSpPr>
            <a:spLocks noGrp="1"/>
          </p:cNvSpPr>
          <p:nvPr>
            <p:ph type="title"/>
          </p:nvPr>
        </p:nvSpPr>
        <p:spPr>
          <a:xfrm>
            <a:off x="1629720" y="934200"/>
            <a:ext cx="8924040" cy="1058040"/>
          </a:xfrm>
          <a:prstGeom prst="rect">
            <a:avLst/>
          </a:prstGeom>
          <a:noFill/>
          <a:ln w="0">
            <a:noFill/>
          </a:ln>
        </p:spPr>
        <p:txBody>
          <a:bodyPr lIns="91440" tIns="45720" rIns="91440" bIns="45720" anchor="ctr">
            <a:normAutofit/>
          </a:bodyPr>
          <a:lstStyle/>
          <a:p>
            <a:pPr indent="0" algn="ctr" defTabSz="914400">
              <a:lnSpc>
                <a:spcPct val="90000"/>
              </a:lnSpc>
              <a:buNone/>
            </a:pPr>
            <a:r>
              <a:rPr lang="en-US" sz="4400" b="0" strike="noStrike" spc="-1">
                <a:solidFill>
                  <a:schemeClr val="dk1"/>
                </a:solidFill>
                <a:latin typeface="Aptos Display"/>
              </a:rPr>
              <a:t>What decompilers are good at ?</a:t>
            </a:r>
            <a:endParaRPr lang="en-US" sz="4400" b="0" strike="noStrike" spc="-1">
              <a:solidFill>
                <a:schemeClr val="dk1"/>
              </a:solidFill>
              <a:latin typeface="Aptos"/>
            </a:endParaRPr>
          </a:p>
        </p:txBody>
      </p:sp>
      <p:sp>
        <p:nvSpPr>
          <p:cNvPr id="155" name="Freeform: Shape 9">
            <a:extLst>
              <a:ext uri="{C183D7F6-B498-43B3-948B-1728B52AA6E4}">
                <adec:decorative xmlns:adec="http://schemas.microsoft.com/office/drawing/2017/decorative" val="1"/>
              </a:ext>
            </a:extLst>
          </p:cNvPr>
          <p:cNvSpPr/>
          <p:nvPr/>
        </p:nvSpPr>
        <p:spPr>
          <a:xfrm>
            <a:off x="1293840" y="2337840"/>
            <a:ext cx="9604080" cy="3585600"/>
          </a:xfrm>
          <a:custGeom>
            <a:avLst/>
            <a:gdLst>
              <a:gd name="textAreaLeft" fmla="*/ 0 w 9604080"/>
              <a:gd name="textAreaRight" fmla="*/ 9604440 w 9604080"/>
              <a:gd name="textAreaTop" fmla="*/ 0 h 3585600"/>
              <a:gd name="textAreaBottom" fmla="*/ 3585960 h 3585600"/>
            </a:gdLst>
            <a:ahLst/>
            <a:cxnLst/>
            <a:rect l="textAreaLeft" t="textAreaTop" r="textAreaRight" b="textAreaBottom"/>
            <a:pathLst>
              <a:path w="9604374" h="3585866">
                <a:moveTo>
                  <a:pt x="0" y="0"/>
                </a:moveTo>
                <a:lnTo>
                  <a:pt x="9604374" y="0"/>
                </a:lnTo>
                <a:lnTo>
                  <a:pt x="9604374" y="3095088"/>
                </a:lnTo>
                <a:lnTo>
                  <a:pt x="9591455" y="3097044"/>
                </a:lnTo>
                <a:cubicBezTo>
                  <a:pt x="9496183" y="3133516"/>
                  <a:pt x="9411472" y="3121301"/>
                  <a:pt x="9285147" y="3164182"/>
                </a:cubicBezTo>
                <a:cubicBezTo>
                  <a:pt x="9222914" y="3162781"/>
                  <a:pt x="9174371" y="3173454"/>
                  <a:pt x="9114078" y="3164299"/>
                </a:cubicBezTo>
                <a:cubicBezTo>
                  <a:pt x="9087411" y="3155904"/>
                  <a:pt x="9030947" y="3180906"/>
                  <a:pt x="8999665" y="3157864"/>
                </a:cubicBezTo>
                <a:cubicBezTo>
                  <a:pt x="8997339" y="3174606"/>
                  <a:pt x="8938300" y="3159909"/>
                  <a:pt x="8925240" y="3152135"/>
                </a:cubicBezTo>
                <a:cubicBezTo>
                  <a:pt x="8910091" y="3159441"/>
                  <a:pt x="8884639" y="3146109"/>
                  <a:pt x="8868257" y="3146819"/>
                </a:cubicBezTo>
                <a:cubicBezTo>
                  <a:pt x="8835852" y="3110204"/>
                  <a:pt x="8832251" y="3167659"/>
                  <a:pt x="8792363" y="3146856"/>
                </a:cubicBezTo>
                <a:cubicBezTo>
                  <a:pt x="8774838" y="3159285"/>
                  <a:pt x="8715420" y="3185652"/>
                  <a:pt x="8668399" y="3196893"/>
                </a:cubicBezTo>
                <a:cubicBezTo>
                  <a:pt x="8575902" y="3221445"/>
                  <a:pt x="8569506" y="3250654"/>
                  <a:pt x="8474043" y="3240734"/>
                </a:cubicBezTo>
                <a:cubicBezTo>
                  <a:pt x="8460613" y="3264436"/>
                  <a:pt x="8297088" y="3204738"/>
                  <a:pt x="8317555" y="3247156"/>
                </a:cubicBezTo>
                <a:cubicBezTo>
                  <a:pt x="8285696" y="3245083"/>
                  <a:pt x="8262352" y="3228203"/>
                  <a:pt x="8280111" y="3255812"/>
                </a:cubicBezTo>
                <a:lnTo>
                  <a:pt x="8096088" y="3253903"/>
                </a:lnTo>
                <a:cubicBezTo>
                  <a:pt x="7994084" y="3261603"/>
                  <a:pt x="7930388" y="3281921"/>
                  <a:pt x="7825642" y="3271628"/>
                </a:cubicBezTo>
                <a:cubicBezTo>
                  <a:pt x="7723046" y="3270395"/>
                  <a:pt x="7671282" y="3252297"/>
                  <a:pt x="7531820" y="3252671"/>
                </a:cubicBezTo>
                <a:cubicBezTo>
                  <a:pt x="7433606" y="3250277"/>
                  <a:pt x="7293100" y="3236234"/>
                  <a:pt x="7193751" y="3245192"/>
                </a:cubicBezTo>
                <a:cubicBezTo>
                  <a:pt x="7074822" y="3223769"/>
                  <a:pt x="7104250" y="3250265"/>
                  <a:pt x="6976768" y="3238559"/>
                </a:cubicBezTo>
                <a:cubicBezTo>
                  <a:pt x="6921032" y="3284865"/>
                  <a:pt x="6823818" y="3261794"/>
                  <a:pt x="6756462" y="3273268"/>
                </a:cubicBezTo>
                <a:cubicBezTo>
                  <a:pt x="6679037" y="3283316"/>
                  <a:pt x="6590030" y="3294204"/>
                  <a:pt x="6512214" y="3298845"/>
                </a:cubicBezTo>
                <a:cubicBezTo>
                  <a:pt x="6450581" y="3277980"/>
                  <a:pt x="6366042" y="3329199"/>
                  <a:pt x="6289569" y="3301118"/>
                </a:cubicBezTo>
                <a:cubicBezTo>
                  <a:pt x="6261432" y="3294355"/>
                  <a:pt x="6174310" y="3295209"/>
                  <a:pt x="6157816" y="3308643"/>
                </a:cubicBezTo>
                <a:cubicBezTo>
                  <a:pt x="6139648" y="3311557"/>
                  <a:pt x="6118459" y="3306799"/>
                  <a:pt x="6110062" y="3321185"/>
                </a:cubicBezTo>
                <a:cubicBezTo>
                  <a:pt x="6096189" y="3338498"/>
                  <a:pt x="6032810" y="3311765"/>
                  <a:pt x="6041832" y="3332190"/>
                </a:cubicBezTo>
                <a:cubicBezTo>
                  <a:pt x="5996830" y="3313871"/>
                  <a:pt x="5961033" y="3350141"/>
                  <a:pt x="5923195" y="3359104"/>
                </a:cubicBezTo>
                <a:cubicBezTo>
                  <a:pt x="5887750" y="3340930"/>
                  <a:pt x="5853570" y="3365323"/>
                  <a:pt x="5770972" y="3369893"/>
                </a:cubicBezTo>
                <a:cubicBezTo>
                  <a:pt x="5731993" y="3348876"/>
                  <a:pt x="5705091" y="3385599"/>
                  <a:pt x="5632583" y="3357730"/>
                </a:cubicBezTo>
                <a:cubicBezTo>
                  <a:pt x="5594087" y="3357562"/>
                  <a:pt x="5606154" y="3357443"/>
                  <a:pt x="5539996" y="3352890"/>
                </a:cubicBezTo>
                <a:cubicBezTo>
                  <a:pt x="5439049" y="3348000"/>
                  <a:pt x="5408459" y="3356166"/>
                  <a:pt x="5315460" y="3350411"/>
                </a:cubicBezTo>
                <a:cubicBezTo>
                  <a:pt x="5211119" y="3348356"/>
                  <a:pt x="5208881" y="3372469"/>
                  <a:pt x="5072455" y="3338147"/>
                </a:cubicBezTo>
                <a:cubicBezTo>
                  <a:pt x="5061717" y="3354508"/>
                  <a:pt x="5045493" y="3355753"/>
                  <a:pt x="5016364" y="3348937"/>
                </a:cubicBezTo>
                <a:cubicBezTo>
                  <a:pt x="4965900" y="3349130"/>
                  <a:pt x="4977835" y="3389131"/>
                  <a:pt x="4922276" y="3366515"/>
                </a:cubicBezTo>
                <a:cubicBezTo>
                  <a:pt x="4935702" y="3387794"/>
                  <a:pt x="4828733" y="3377760"/>
                  <a:pt x="4856444" y="3399463"/>
                </a:cubicBezTo>
                <a:cubicBezTo>
                  <a:pt x="4827698" y="3420094"/>
                  <a:pt x="4805019" y="3388256"/>
                  <a:pt x="4775993" y="3406312"/>
                </a:cubicBezTo>
                <a:cubicBezTo>
                  <a:pt x="4744470" y="3406056"/>
                  <a:pt x="4706605" y="3394901"/>
                  <a:pt x="4667320" y="3397926"/>
                </a:cubicBezTo>
                <a:cubicBezTo>
                  <a:pt x="4613435" y="3387476"/>
                  <a:pt x="4608100" y="3410487"/>
                  <a:pt x="4540268" y="3424464"/>
                </a:cubicBezTo>
                <a:cubicBezTo>
                  <a:pt x="4508279" y="3412969"/>
                  <a:pt x="4485989" y="3420063"/>
                  <a:pt x="4465491" y="3433154"/>
                </a:cubicBezTo>
                <a:cubicBezTo>
                  <a:pt x="4396498" y="3432601"/>
                  <a:pt x="4338078" y="3453569"/>
                  <a:pt x="4262864" y="3464075"/>
                </a:cubicBezTo>
                <a:cubicBezTo>
                  <a:pt x="4180249" y="3483394"/>
                  <a:pt x="4225769" y="3479019"/>
                  <a:pt x="4175005" y="3493545"/>
                </a:cubicBezTo>
                <a:lnTo>
                  <a:pt x="4030100" y="3514212"/>
                </a:lnTo>
                <a:lnTo>
                  <a:pt x="3926631" y="3525304"/>
                </a:lnTo>
                <a:lnTo>
                  <a:pt x="3897306" y="3547095"/>
                </a:lnTo>
                <a:lnTo>
                  <a:pt x="3896886" y="3547500"/>
                </a:lnTo>
                <a:lnTo>
                  <a:pt x="3834004" y="3550510"/>
                </a:lnTo>
                <a:cubicBezTo>
                  <a:pt x="3800562" y="3554957"/>
                  <a:pt x="3734185" y="3568533"/>
                  <a:pt x="3696227" y="3574175"/>
                </a:cubicBezTo>
                <a:cubicBezTo>
                  <a:pt x="3661780" y="3570074"/>
                  <a:pt x="3640587" y="3551815"/>
                  <a:pt x="3652821" y="3580368"/>
                </a:cubicBezTo>
                <a:cubicBezTo>
                  <a:pt x="3641506" y="3579831"/>
                  <a:pt x="3634593" y="3582151"/>
                  <a:pt x="3629691" y="3585866"/>
                </a:cubicBezTo>
                <a:lnTo>
                  <a:pt x="3595018" y="3571623"/>
                </a:lnTo>
                <a:lnTo>
                  <a:pt x="3551656" y="3577800"/>
                </a:lnTo>
                <a:lnTo>
                  <a:pt x="3541558" y="3579797"/>
                </a:lnTo>
                <a:lnTo>
                  <a:pt x="3465708" y="3565931"/>
                </a:lnTo>
                <a:lnTo>
                  <a:pt x="3458313" y="3560366"/>
                </a:lnTo>
                <a:cubicBezTo>
                  <a:pt x="3450380" y="3556940"/>
                  <a:pt x="3439090" y="3555355"/>
                  <a:pt x="3420278" y="3557947"/>
                </a:cubicBezTo>
                <a:lnTo>
                  <a:pt x="3415952" y="3559424"/>
                </a:lnTo>
                <a:lnTo>
                  <a:pt x="3384432" y="3550905"/>
                </a:lnTo>
                <a:cubicBezTo>
                  <a:pt x="3374259" y="3547029"/>
                  <a:pt x="3265415" y="3542149"/>
                  <a:pt x="3258039" y="3535884"/>
                </a:cubicBezTo>
                <a:cubicBezTo>
                  <a:pt x="3138852" y="3551394"/>
                  <a:pt x="3130647" y="3523871"/>
                  <a:pt x="3015008" y="3528000"/>
                </a:cubicBezTo>
                <a:cubicBezTo>
                  <a:pt x="2914857" y="3486061"/>
                  <a:pt x="2851687" y="3511605"/>
                  <a:pt x="2761910" y="3505496"/>
                </a:cubicBezTo>
                <a:cubicBezTo>
                  <a:pt x="2676401" y="3501198"/>
                  <a:pt x="2636809" y="3514769"/>
                  <a:pt x="2521923" y="3514208"/>
                </a:cubicBezTo>
                <a:cubicBezTo>
                  <a:pt x="2400197" y="3505062"/>
                  <a:pt x="2222818" y="3509922"/>
                  <a:pt x="2085894" y="3490122"/>
                </a:cubicBezTo>
                <a:cubicBezTo>
                  <a:pt x="1978312" y="3483748"/>
                  <a:pt x="1977940" y="3488460"/>
                  <a:pt x="1936305" y="3487966"/>
                </a:cubicBezTo>
                <a:cubicBezTo>
                  <a:pt x="1922459" y="3490683"/>
                  <a:pt x="1849334" y="3482739"/>
                  <a:pt x="1836080" y="3487150"/>
                </a:cubicBezTo>
                <a:lnTo>
                  <a:pt x="1829133" y="3489437"/>
                </a:lnTo>
                <a:lnTo>
                  <a:pt x="1801140" y="3490787"/>
                </a:lnTo>
                <a:lnTo>
                  <a:pt x="1793476" y="3500921"/>
                </a:lnTo>
                <a:lnTo>
                  <a:pt x="1699923" y="3509706"/>
                </a:lnTo>
                <a:cubicBezTo>
                  <a:pt x="1637728" y="3485036"/>
                  <a:pt x="1584624" y="3514467"/>
                  <a:pt x="1474760" y="3513685"/>
                </a:cubicBezTo>
                <a:cubicBezTo>
                  <a:pt x="1445646" y="3505164"/>
                  <a:pt x="1329781" y="3484421"/>
                  <a:pt x="1308130" y="3496703"/>
                </a:cubicBezTo>
                <a:cubicBezTo>
                  <a:pt x="1287409" y="3498430"/>
                  <a:pt x="1265391" y="3492347"/>
                  <a:pt x="1252381" y="3506093"/>
                </a:cubicBezTo>
                <a:cubicBezTo>
                  <a:pt x="1232588" y="3522393"/>
                  <a:pt x="1170020" y="3491785"/>
                  <a:pt x="1174550" y="3512642"/>
                </a:cubicBezTo>
                <a:cubicBezTo>
                  <a:pt x="1119896" y="3512841"/>
                  <a:pt x="1000484" y="3507431"/>
                  <a:pt x="924455" y="3507283"/>
                </a:cubicBezTo>
                <a:cubicBezTo>
                  <a:pt x="887180" y="3483915"/>
                  <a:pt x="777361" y="3516071"/>
                  <a:pt x="718373" y="3511753"/>
                </a:cubicBezTo>
                <a:cubicBezTo>
                  <a:pt x="666588" y="3513355"/>
                  <a:pt x="661645" y="3525551"/>
                  <a:pt x="600444" y="3520899"/>
                </a:cubicBezTo>
                <a:cubicBezTo>
                  <a:pt x="491334" y="3516943"/>
                  <a:pt x="451794" y="3507522"/>
                  <a:pt x="351173" y="3495843"/>
                </a:cubicBezTo>
                <a:cubicBezTo>
                  <a:pt x="237121" y="3487112"/>
                  <a:pt x="235857" y="3499212"/>
                  <a:pt x="108372" y="3484386"/>
                </a:cubicBezTo>
                <a:cubicBezTo>
                  <a:pt x="86318" y="3481054"/>
                  <a:pt x="40657" y="3480329"/>
                  <a:pt x="6467" y="3476532"/>
                </a:cubicBezTo>
                <a:lnTo>
                  <a:pt x="0" y="3475412"/>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156" name="Rectangle 6">
            <a:extLst>
              <a:ext uri="{C183D7F6-B498-43B3-948B-1728B52AA6E4}">
                <adec:decorative xmlns:adec="http://schemas.microsoft.com/office/drawing/2017/decorative" val="1"/>
              </a:ext>
            </a:extLst>
          </p:cNvPr>
          <p:cNvSpPr/>
          <p:nvPr/>
        </p:nvSpPr>
        <p:spPr>
          <a:xfrm>
            <a:off x="5421600" y="2190600"/>
            <a:ext cx="1348200" cy="407520"/>
          </a:xfrm>
          <a:custGeom>
            <a:avLst/>
            <a:gdLst>
              <a:gd name="textAreaLeft" fmla="*/ 0 w 1348200"/>
              <a:gd name="textAreaRight" fmla="*/ 1348560 w 1348200"/>
              <a:gd name="textAreaTop" fmla="*/ 0 h 407520"/>
              <a:gd name="textAreaBottom" fmla="*/ 407880 h 407520"/>
            </a:gdLst>
            <a:ahLst/>
            <a:cxnLst/>
            <a:rect l="textAreaLeft" t="textAreaTop" r="textAreaRight" b="textAreaBottom"/>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480"/>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157" name="PlaceHolder 2"/>
          <p:cNvSpPr>
            <a:spLocks noGrp="1"/>
          </p:cNvSpPr>
          <p:nvPr>
            <p:ph/>
          </p:nvPr>
        </p:nvSpPr>
        <p:spPr>
          <a:xfrm>
            <a:off x="1941120" y="2752200"/>
            <a:ext cx="8309160" cy="275652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en-US" sz="2000" b="0" strike="noStrike" spc="-1">
                <a:solidFill>
                  <a:schemeClr val="dk1"/>
                </a:solidFill>
                <a:latin typeface="Aptos"/>
              </a:rPr>
              <a:t>A decompiler gives us a higher-level hypothesis of what the binary is doing. It reconstructs structure, variables, and control flow into something closer to source code. That is powerful but it’s still reconstruction, not truth.</a:t>
            </a:r>
          </a:p>
          <a:p>
            <a:pPr indent="0" defTabSz="914400">
              <a:lnSpc>
                <a:spcPct val="90000"/>
              </a:lnSpc>
              <a:spcBef>
                <a:spcPts val="1001"/>
              </a:spcBef>
              <a:buNone/>
            </a:pPr>
            <a:endParaRPr lang="en-US" sz="2000" b="0" strike="noStrike" spc="-1">
              <a:solidFill>
                <a:schemeClr val="dk1"/>
              </a:solidFill>
              <a:latin typeface="Aptos"/>
            </a:endParaRPr>
          </a:p>
          <a:p>
            <a:pPr marL="228600" indent="-228600" defTabSz="914400">
              <a:lnSpc>
                <a:spcPct val="90000"/>
              </a:lnSpc>
              <a:spcBef>
                <a:spcPts val="1001"/>
              </a:spcBef>
              <a:buClr>
                <a:srgbClr val="000000"/>
              </a:buClr>
              <a:buFont typeface="Arial"/>
              <a:buChar char="•"/>
            </a:pPr>
            <a:r>
              <a:rPr lang="en-US" sz="2000" b="0" strike="noStrike" spc="-1">
                <a:solidFill>
                  <a:schemeClr val="dk1"/>
                </a:solidFill>
                <a:latin typeface="Aptos"/>
              </a:rPr>
              <a:t>For many binaries they are enough.</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dirty="0">
                <a:solidFill>
                  <a:schemeClr val="dk1"/>
                </a:solidFill>
                <a:latin typeface="Aptos Display"/>
              </a:rPr>
              <a:t>Meet our first binary v1</a:t>
            </a:r>
            <a:endParaRPr lang="en-US" sz="4400" b="0" strike="noStrike" spc="-1" dirty="0">
              <a:solidFill>
                <a:schemeClr val="dk1"/>
              </a:solidFill>
              <a:latin typeface="Aptos"/>
            </a:endParaRPr>
          </a:p>
        </p:txBody>
      </p:sp>
      <p:sp>
        <p:nvSpPr>
          <p:cNvPr id="159" name="PlaceHolder 2"/>
          <p:cNvSpPr>
            <a:spLocks noGrp="1"/>
          </p:cNvSpPr>
          <p:nvPr>
            <p:ph/>
          </p:nvPr>
        </p:nvSpPr>
        <p:spPr>
          <a:xfrm>
            <a:off x="838080" y="1825560"/>
            <a:ext cx="10515240" cy="435096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en-US" sz="2800" b="0" strike="noStrike" spc="-1" dirty="0">
                <a:solidFill>
                  <a:schemeClr val="dk1"/>
                </a:solidFill>
                <a:latin typeface="Aptos"/>
              </a:rPr>
              <a:t>Open </a:t>
            </a:r>
            <a:r>
              <a:rPr lang="en-US" sz="2800" spc="-1" dirty="0" err="1">
                <a:solidFill>
                  <a:schemeClr val="dk1"/>
                </a:solidFill>
                <a:latin typeface="Aptos"/>
              </a:rPr>
              <a:t>goode</a:t>
            </a:r>
            <a:r>
              <a:rPr lang="en-US" sz="2800" spc="-1" dirty="0">
                <a:solidFill>
                  <a:schemeClr val="dk1"/>
                </a:solidFill>
                <a:latin typeface="Aptos"/>
              </a:rPr>
              <a:t>-code</a:t>
            </a:r>
            <a:r>
              <a:rPr lang="en-US" sz="2800" b="0" strike="noStrike" spc="-1" dirty="0">
                <a:solidFill>
                  <a:schemeClr val="dk1"/>
                </a:solidFill>
                <a:latin typeface="Aptos"/>
              </a:rPr>
              <a:t> and put it in your favorite </a:t>
            </a:r>
            <a:r>
              <a:rPr lang="en-US" sz="2800" b="0" strike="noStrike" spc="-1" dirty="0" err="1">
                <a:solidFill>
                  <a:schemeClr val="dk1"/>
                </a:solidFill>
                <a:latin typeface="Aptos"/>
              </a:rPr>
              <a:t>decompiler</a:t>
            </a:r>
            <a:endParaRPr lang="en-US" sz="2800" b="0" strike="noStrike" spc="-1" dirty="0">
              <a:solidFill>
                <a:schemeClr val="dk1"/>
              </a:solidFill>
              <a:latin typeface="Aptos"/>
            </a:endParaRPr>
          </a:p>
          <a:p>
            <a:pPr marL="228600" indent="-228600" defTabSz="914400">
              <a:lnSpc>
                <a:spcPct val="90000"/>
              </a:lnSpc>
              <a:spcBef>
                <a:spcPts val="1001"/>
              </a:spcBef>
              <a:buClr>
                <a:srgbClr val="000000"/>
              </a:buClr>
              <a:buFont typeface="Arial"/>
              <a:buChar char="•"/>
            </a:pPr>
            <a:r>
              <a:rPr lang="en-US" sz="2800" b="0" strike="noStrike" spc="-1" dirty="0">
                <a:solidFill>
                  <a:schemeClr val="dk1"/>
                </a:solidFill>
                <a:latin typeface="Aptos"/>
              </a:rPr>
              <a:t>Or open it in </a:t>
            </a:r>
            <a:r>
              <a:rPr lang="en-US" sz="2800" b="0" strike="noStrike" spc="-1" dirty="0" err="1">
                <a:solidFill>
                  <a:schemeClr val="dk1"/>
                </a:solidFill>
                <a:latin typeface="Aptos"/>
              </a:rPr>
              <a:t>dogbolt</a:t>
            </a:r>
            <a:endParaRPr lang="en-US" sz="2800" b="0" strike="noStrike" spc="-1" dirty="0">
              <a:solidFill>
                <a:schemeClr val="dk1"/>
              </a:solidFill>
              <a:latin typeface="Aptos"/>
            </a:endParaRPr>
          </a:p>
          <a:p>
            <a:pPr marL="228600" indent="-228600" defTabSz="914400">
              <a:lnSpc>
                <a:spcPct val="90000"/>
              </a:lnSpc>
              <a:spcBef>
                <a:spcPts val="1001"/>
              </a:spcBef>
              <a:buClr>
                <a:srgbClr val="000000"/>
              </a:buClr>
              <a:buFont typeface="Arial"/>
              <a:buChar char="•"/>
            </a:pPr>
            <a:r>
              <a:rPr lang="en-US" sz="2800" b="0" strike="noStrike" spc="-1" dirty="0">
                <a:solidFill>
                  <a:schemeClr val="dk1"/>
                </a:solidFill>
                <a:latin typeface="Aptos"/>
              </a:rPr>
              <a:t>And inspect what you see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160" name="Rectangle 10">
            <a:extLst>
              <a:ext uri="{C183D7F6-B498-43B3-948B-1728B52AA6E4}">
                <adec:decorative xmlns:adec="http://schemas.microsoft.com/office/drawing/2017/decorative" val="1"/>
              </a:ext>
            </a:extLst>
          </p:cNvPr>
          <p:cNvSpPr/>
          <p:nvPr/>
        </p:nvSpPr>
        <p:spPr>
          <a:xfrm>
            <a:off x="0" y="0"/>
            <a:ext cx="1218852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161" name="Freeform: Shape 12">
            <a:extLst>
              <a:ext uri="{C183D7F6-B498-43B3-948B-1728B52AA6E4}">
                <adec:decorative xmlns:adec="http://schemas.microsoft.com/office/drawing/2017/decorative" val="1"/>
              </a:ext>
            </a:extLst>
          </p:cNvPr>
          <p:cNvSpPr/>
          <p:nvPr/>
        </p:nvSpPr>
        <p:spPr>
          <a:xfrm flipH="1">
            <a:off x="0" y="0"/>
            <a:ext cx="5962320" cy="6857640"/>
          </a:xfrm>
          <a:custGeom>
            <a:avLst/>
            <a:gdLst>
              <a:gd name="textAreaLeft" fmla="*/ 360 w 5962320"/>
              <a:gd name="textAreaRight" fmla="*/ 5963040 w 5962320"/>
              <a:gd name="textAreaTop" fmla="*/ 0 h 6857640"/>
              <a:gd name="textAreaBottom" fmla="*/ 6858000 h 6857640"/>
            </a:gdLst>
            <a:ahLst/>
            <a:cxnLst/>
            <a:rect l="textAreaLeft" t="textAreaTop" r="textAreaRight" b="textAreaBottom"/>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ptos"/>
            </a:endParaRPr>
          </a:p>
        </p:txBody>
      </p:sp>
      <p:sp>
        <p:nvSpPr>
          <p:cNvPr id="162" name="PlaceHolder 1"/>
          <p:cNvSpPr>
            <a:spLocks noGrp="1"/>
          </p:cNvSpPr>
          <p:nvPr>
            <p:ph type="title"/>
          </p:nvPr>
        </p:nvSpPr>
        <p:spPr>
          <a:xfrm>
            <a:off x="838080" y="643320"/>
            <a:ext cx="3888000" cy="1800000"/>
          </a:xfrm>
          <a:prstGeom prst="rect">
            <a:avLst/>
          </a:prstGeom>
          <a:noFill/>
          <a:ln w="0">
            <a:noFill/>
          </a:ln>
        </p:spPr>
        <p:txBody>
          <a:bodyPr lIns="91440" tIns="45720" rIns="91440" bIns="45720" anchor="ctr">
            <a:normAutofit fontScale="93422"/>
          </a:bodyPr>
          <a:lstStyle/>
          <a:p>
            <a:pPr indent="0" defTabSz="914400">
              <a:lnSpc>
                <a:spcPct val="90000"/>
              </a:lnSpc>
              <a:buNone/>
            </a:pPr>
            <a:r>
              <a:rPr lang="en-US" sz="4400" b="0" strike="noStrike" spc="-1">
                <a:solidFill>
                  <a:schemeClr val="dk1"/>
                </a:solidFill>
                <a:latin typeface="Aptos Display"/>
              </a:rPr>
              <a:t>Simple program pseudo code</a:t>
            </a:r>
            <a:endParaRPr lang="en-US" sz="4400" b="0" strike="noStrike" spc="-1">
              <a:solidFill>
                <a:schemeClr val="dk1"/>
              </a:solidFill>
              <a:latin typeface="Aptos"/>
            </a:endParaRPr>
          </a:p>
        </p:txBody>
      </p:sp>
      <p:pic>
        <p:nvPicPr>
          <p:cNvPr id="163" name="Content Placeholder 3" descr="A screenshot of a computer screen&#10;&#10;AI-generated content may be incorrect."/>
          <p:cNvPicPr/>
          <p:nvPr/>
        </p:nvPicPr>
        <p:blipFill>
          <a:blip r:embed="rId2"/>
          <a:stretch/>
        </p:blipFill>
        <p:spPr>
          <a:xfrm>
            <a:off x="5229360" y="64080"/>
            <a:ext cx="6946560" cy="6793560"/>
          </a:xfrm>
          <a:prstGeom prst="rect">
            <a:avLst/>
          </a:prstGeom>
          <a:ln w="0">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a:solidFill>
                  <a:schemeClr val="dk1"/>
                </a:solidFill>
                <a:latin typeface="Aptos Display"/>
              </a:rPr>
              <a:t>Simple Program pseudo code</a:t>
            </a:r>
            <a:endParaRPr lang="en-US" sz="4400" b="0" strike="noStrike" spc="-1">
              <a:solidFill>
                <a:schemeClr val="dk1"/>
              </a:solidFill>
              <a:latin typeface="Aptos"/>
            </a:endParaRPr>
          </a:p>
        </p:txBody>
      </p:sp>
      <p:sp>
        <p:nvSpPr>
          <p:cNvPr id="165" name="PlaceHolder 2"/>
          <p:cNvSpPr>
            <a:spLocks noGrp="1"/>
          </p:cNvSpPr>
          <p:nvPr>
            <p:ph/>
          </p:nvPr>
        </p:nvSpPr>
        <p:spPr>
          <a:xfrm>
            <a:off x="838080" y="1825560"/>
            <a:ext cx="10515240" cy="435096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Let's check if we can understand the pseudo-code without checking the source code ourselves.</a:t>
            </a: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What about the control-flow ?</a:t>
            </a: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What about the values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a:solidFill>
                  <a:schemeClr val="dk1"/>
                </a:solidFill>
                <a:latin typeface="Aptos Display"/>
              </a:rPr>
              <a:t>Ugly pseudo-code </a:t>
            </a:r>
            <a:endParaRPr lang="en-US" sz="4400" b="0" strike="noStrike" spc="-1">
              <a:solidFill>
                <a:schemeClr val="dk1"/>
              </a:solidFill>
              <a:latin typeface="Aptos"/>
            </a:endParaRPr>
          </a:p>
        </p:txBody>
      </p:sp>
      <p:pic>
        <p:nvPicPr>
          <p:cNvPr id="3" name="Content Placeholder 2">
            <a:extLst>
              <a:ext uri="{FF2B5EF4-FFF2-40B4-BE49-F238E27FC236}">
                <a16:creationId xmlns:a16="http://schemas.microsoft.com/office/drawing/2014/main" id="{33F78A7A-D4D9-17AD-1648-C6C1D5D73AEA}"/>
              </a:ext>
            </a:extLst>
          </p:cNvPr>
          <p:cNvPicPr>
            <a:picLocks noGrp="1" noChangeAspect="1"/>
          </p:cNvPicPr>
          <p:nvPr>
            <p:ph/>
          </p:nvPr>
        </p:nvPicPr>
        <p:blipFill>
          <a:blip r:embed="rId2"/>
          <a:stretch>
            <a:fillRect/>
          </a:stretch>
        </p:blipFill>
        <p:spPr>
          <a:xfrm>
            <a:off x="5171441" y="8795"/>
            <a:ext cx="7020560" cy="6849205"/>
          </a:xfrm>
          <a:prstGeom prst="rect">
            <a:avLst/>
          </a:prstGeom>
          <a:noFill/>
          <a:ln w="0">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168" name="Rectangle 8">
            <a:extLst>
              <a:ext uri="{C183D7F6-B498-43B3-948B-1728B52AA6E4}">
                <adec:decorative xmlns:adec="http://schemas.microsoft.com/office/drawing/2017/decorative" val="1"/>
              </a:ext>
            </a:extLst>
          </p:cNvPr>
          <p:cNvSpPr/>
          <p:nvPr/>
        </p:nvSpPr>
        <p:spPr>
          <a:xfrm>
            <a:off x="0" y="0"/>
            <a:ext cx="12191760" cy="6857640"/>
          </a:xfrm>
          <a:prstGeom prst="rect">
            <a:avLst/>
          </a:prstGeom>
          <a:ln w="12700">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169" name="Freeform: Shape 10">
            <a:extLst>
              <a:ext uri="{C183D7F6-B498-43B3-948B-1728B52AA6E4}">
                <adec:decorative xmlns:adec="http://schemas.microsoft.com/office/drawing/2017/decorative" val="1"/>
              </a:ext>
            </a:extLst>
          </p:cNvPr>
          <p:cNvSpPr/>
          <p:nvPr/>
        </p:nvSpPr>
        <p:spPr>
          <a:xfrm>
            <a:off x="0" y="0"/>
            <a:ext cx="12191760" cy="2083320"/>
          </a:xfrm>
          <a:custGeom>
            <a:avLst/>
            <a:gdLst>
              <a:gd name="textAreaLeft" fmla="*/ 0 w 12191760"/>
              <a:gd name="textAreaRight" fmla="*/ 12192120 w 12191760"/>
              <a:gd name="textAreaTop" fmla="*/ 0 h 2083320"/>
              <a:gd name="textAreaBottom" fmla="*/ 2083680 h 2083320"/>
            </a:gdLst>
            <a:ahLst/>
            <a:cxnLst/>
            <a:rect l="textAreaLeft" t="textAreaTop" r="textAreaRight" b="textAreaBottom"/>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170" name="PlaceHolder 1"/>
          <p:cNvSpPr>
            <a:spLocks noGrp="1"/>
          </p:cNvSpPr>
          <p:nvPr>
            <p:ph type="title"/>
          </p:nvPr>
        </p:nvSpPr>
        <p:spPr>
          <a:xfrm>
            <a:off x="828720" y="494280"/>
            <a:ext cx="10534320" cy="817200"/>
          </a:xfrm>
          <a:prstGeom prst="rect">
            <a:avLst/>
          </a:prstGeom>
          <a:noFill/>
          <a:ln w="0">
            <a:noFill/>
          </a:ln>
        </p:spPr>
        <p:txBody>
          <a:bodyPr lIns="91440" tIns="45720" rIns="91440" bIns="45720" anchor="b">
            <a:normAutofit/>
          </a:bodyPr>
          <a:lstStyle/>
          <a:p>
            <a:pPr indent="0" algn="ctr" defTabSz="914400">
              <a:lnSpc>
                <a:spcPct val="90000"/>
              </a:lnSpc>
              <a:buNone/>
            </a:pPr>
            <a:r>
              <a:rPr lang="en-US" sz="3600" b="0" strike="noStrike" spc="-1">
                <a:solidFill>
                  <a:schemeClr val="dk1"/>
                </a:solidFill>
                <a:latin typeface="Aptos Display"/>
              </a:rPr>
              <a:t>Hard to understand CFG ollvm</a:t>
            </a:r>
            <a:endParaRPr lang="en-US" sz="3600" b="0" strike="noStrike" spc="-1">
              <a:solidFill>
                <a:schemeClr val="dk1"/>
              </a:solidFill>
              <a:latin typeface="Aptos"/>
            </a:endParaRPr>
          </a:p>
        </p:txBody>
      </p:sp>
      <p:pic>
        <p:nvPicPr>
          <p:cNvPr id="171" name="Content Placeholder 3" descr="A computer generated image of a keyboard&#10;&#10;AI-generated content may be incorrect."/>
          <p:cNvPicPr/>
          <p:nvPr/>
        </p:nvPicPr>
        <p:blipFill>
          <a:blip r:embed="rId2"/>
          <a:stretch/>
        </p:blipFill>
        <p:spPr>
          <a:xfrm>
            <a:off x="0" y="1906920"/>
            <a:ext cx="12191760" cy="4941360"/>
          </a:xfrm>
          <a:prstGeom prst="rect">
            <a:avLst/>
          </a:prstGeom>
          <a:ln w="0">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a:solidFill>
                  <a:schemeClr val="dk1"/>
                </a:solidFill>
                <a:latin typeface="Aptos Display"/>
              </a:rPr>
              <a:t>Why/When decompilers are not enough ?</a:t>
            </a:r>
            <a:endParaRPr lang="en-US" sz="4400" b="0" strike="noStrike" spc="-1">
              <a:solidFill>
                <a:schemeClr val="dk1"/>
              </a:solidFill>
              <a:latin typeface="Aptos"/>
            </a:endParaRPr>
          </a:p>
        </p:txBody>
      </p:sp>
      <p:sp>
        <p:nvSpPr>
          <p:cNvPr id="173"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Ugly pseudo code</a:t>
            </a: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Unclear branching</a:t>
            </a: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Values being heavily transformed</a:t>
            </a: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Anti-decompilers techniques</a:t>
            </a: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Obfuscation/Packing</a:t>
            </a: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Compiler optimizations</a:t>
            </a: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Indirect branches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174" name="Rectangle 9">
            <a:extLst>
              <a:ext uri="{C183D7F6-B498-43B3-948B-1728B52AA6E4}">
                <adec:decorative xmlns:adec="http://schemas.microsoft.com/office/drawing/2017/decorative" val="1"/>
              </a:ext>
            </a:extLst>
          </p:cNvPr>
          <p:cNvSpPr/>
          <p:nvPr/>
        </p:nvSpPr>
        <p:spPr>
          <a:xfrm>
            <a:off x="0" y="0"/>
            <a:ext cx="12191760" cy="6857640"/>
          </a:xfrm>
          <a:prstGeom prst="rect">
            <a:avLst/>
          </a:prstGeom>
          <a:ln w="12700">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175" name="Freeform: Shape 11">
            <a:extLst>
              <a:ext uri="{C183D7F6-B498-43B3-948B-1728B52AA6E4}">
                <adec:decorative xmlns:adec="http://schemas.microsoft.com/office/drawing/2017/decorative" val="1"/>
              </a:ext>
            </a:extLst>
          </p:cNvPr>
          <p:cNvSpPr/>
          <p:nvPr/>
        </p:nvSpPr>
        <p:spPr>
          <a:xfrm>
            <a:off x="0" y="0"/>
            <a:ext cx="11765880" cy="2061360"/>
          </a:xfrm>
          <a:custGeom>
            <a:avLst/>
            <a:gdLst>
              <a:gd name="textAreaLeft" fmla="*/ 0 w 11765880"/>
              <a:gd name="textAreaRight" fmla="*/ 11766240 w 11765880"/>
              <a:gd name="textAreaTop" fmla="*/ 0 h 2061360"/>
              <a:gd name="textAreaBottom" fmla="*/ 2061720 h 2061360"/>
            </a:gdLst>
            <a:ahLst/>
            <a:cxnLst/>
            <a:rect l="textAreaLeft" t="textAreaTop" r="textAreaRight" b="textAreaBottom"/>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176" name="PlaceHolder 1"/>
          <p:cNvSpPr>
            <a:spLocks noGrp="1"/>
          </p:cNvSpPr>
          <p:nvPr>
            <p:ph type="title"/>
          </p:nvPr>
        </p:nvSpPr>
        <p:spPr>
          <a:xfrm>
            <a:off x="1136880" y="609480"/>
            <a:ext cx="9392040" cy="1330560"/>
          </a:xfrm>
          <a:prstGeom prst="rect">
            <a:avLst/>
          </a:prstGeom>
          <a:noFill/>
          <a:ln w="0">
            <a:noFill/>
          </a:ln>
        </p:spPr>
        <p:txBody>
          <a:bodyPr lIns="91440" tIns="45720" rIns="91440" bIns="45720" anchor="ctr">
            <a:normAutofit/>
          </a:bodyPr>
          <a:lstStyle/>
          <a:p>
            <a:pPr indent="0" defTabSz="914400">
              <a:lnSpc>
                <a:spcPct val="90000"/>
              </a:lnSpc>
              <a:buNone/>
            </a:pPr>
            <a:r>
              <a:rPr lang="en-US" sz="4400" b="0" strike="noStrike" spc="-1">
                <a:solidFill>
                  <a:schemeClr val="dk1"/>
                </a:solidFill>
                <a:latin typeface="Aptos Display"/>
              </a:rPr>
              <a:t>Self Modifying Code</a:t>
            </a:r>
            <a:endParaRPr lang="en-US" sz="4400" b="0" strike="noStrike" spc="-1">
              <a:solidFill>
                <a:schemeClr val="dk1"/>
              </a:solidFill>
              <a:latin typeface="Aptos"/>
            </a:endParaRPr>
          </a:p>
        </p:txBody>
      </p:sp>
      <p:sp>
        <p:nvSpPr>
          <p:cNvPr id="177" name="PlaceHolder 2"/>
          <p:cNvSpPr>
            <a:spLocks noGrp="1"/>
          </p:cNvSpPr>
          <p:nvPr>
            <p:ph/>
          </p:nvPr>
        </p:nvSpPr>
        <p:spPr>
          <a:xfrm>
            <a:off x="1136880" y="2198520"/>
            <a:ext cx="4958640" cy="391752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en-US" sz="2000" b="0" strike="noStrike" spc="-1">
                <a:solidFill>
                  <a:schemeClr val="dk1"/>
                </a:solidFill>
                <a:latin typeface="Aptos"/>
              </a:rPr>
              <a:t>Self-modifying code refers to instructions or preset data that are modified during execution of the program. A memory byte location for an instruction can be modified during program execution to represent another inst or data.</a:t>
            </a:r>
          </a:p>
        </p:txBody>
      </p:sp>
      <p:pic>
        <p:nvPicPr>
          <p:cNvPr id="178" name="Picture 4"/>
          <p:cNvPicPr/>
          <p:nvPr/>
        </p:nvPicPr>
        <p:blipFill>
          <a:blip r:embed="rId2"/>
          <a:stretch/>
        </p:blipFill>
        <p:spPr>
          <a:xfrm>
            <a:off x="6095880" y="2671560"/>
            <a:ext cx="6087240" cy="1296720"/>
          </a:xfrm>
          <a:prstGeom prst="rect">
            <a:avLst/>
          </a:prstGeom>
          <a:ln w="0">
            <a:noFill/>
          </a:ln>
        </p:spPr>
      </p:pic>
      <p:sp>
        <p:nvSpPr>
          <p:cNvPr id="179" name="Freeform: Shape 13">
            <a:extLst>
              <a:ext uri="{C183D7F6-B498-43B3-948B-1728B52AA6E4}">
                <adec:decorative xmlns:adec="http://schemas.microsoft.com/office/drawing/2017/decorative" val="1"/>
              </a:ext>
            </a:extLst>
          </p:cNvPr>
          <p:cNvSpPr/>
          <p:nvPr/>
        </p:nvSpPr>
        <p:spPr>
          <a:xfrm rot="10800000">
            <a:off x="5382000" y="6209640"/>
            <a:ext cx="6810120" cy="648360"/>
          </a:xfrm>
          <a:custGeom>
            <a:avLst/>
            <a:gdLst>
              <a:gd name="textAreaLeft" fmla="*/ 0 w 6810120"/>
              <a:gd name="textAreaRight" fmla="*/ 6810480 w 6810120"/>
              <a:gd name="textAreaTop" fmla="*/ 0 h 648360"/>
              <a:gd name="textAreaBottom" fmla="*/ 648720 h 648360"/>
            </a:gdLst>
            <a:ahLst/>
            <a:cxnLst/>
            <a:rect l="textAreaLeft" t="textAreaTop" r="textAreaRight" b="textAreaBottom"/>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180" name="Rectangle 9">
            <a:extLst>
              <a:ext uri="{C183D7F6-B498-43B3-948B-1728B52AA6E4}">
                <adec:decorative xmlns:adec="http://schemas.microsoft.com/office/drawing/2017/decorative" val="1"/>
              </a:ext>
            </a:extLst>
          </p:cNvPr>
          <p:cNvSpPr/>
          <p:nvPr/>
        </p:nvSpPr>
        <p:spPr>
          <a:xfrm>
            <a:off x="0" y="0"/>
            <a:ext cx="12191760" cy="6857640"/>
          </a:xfrm>
          <a:prstGeom prst="rect">
            <a:avLst/>
          </a:prstGeom>
          <a:ln w="12700">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181" name="Freeform: Shape 11">
            <a:extLst>
              <a:ext uri="{C183D7F6-B498-43B3-948B-1728B52AA6E4}">
                <adec:decorative xmlns:adec="http://schemas.microsoft.com/office/drawing/2017/decorative" val="1"/>
              </a:ext>
            </a:extLst>
          </p:cNvPr>
          <p:cNvSpPr/>
          <p:nvPr/>
        </p:nvSpPr>
        <p:spPr>
          <a:xfrm>
            <a:off x="0" y="0"/>
            <a:ext cx="11765880" cy="2061360"/>
          </a:xfrm>
          <a:custGeom>
            <a:avLst/>
            <a:gdLst>
              <a:gd name="textAreaLeft" fmla="*/ 0 w 11765880"/>
              <a:gd name="textAreaRight" fmla="*/ 11766240 w 11765880"/>
              <a:gd name="textAreaTop" fmla="*/ 0 h 2061360"/>
              <a:gd name="textAreaBottom" fmla="*/ 2061720 h 2061360"/>
            </a:gdLst>
            <a:ahLst/>
            <a:cxnLst/>
            <a:rect l="textAreaLeft" t="textAreaTop" r="textAreaRight" b="textAreaBottom"/>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182" name="PlaceHolder 1"/>
          <p:cNvSpPr>
            <a:spLocks noGrp="1"/>
          </p:cNvSpPr>
          <p:nvPr>
            <p:ph type="title"/>
          </p:nvPr>
        </p:nvSpPr>
        <p:spPr>
          <a:xfrm>
            <a:off x="1136880" y="609480"/>
            <a:ext cx="9392040" cy="1330560"/>
          </a:xfrm>
          <a:prstGeom prst="rect">
            <a:avLst/>
          </a:prstGeom>
          <a:noFill/>
          <a:ln w="0">
            <a:noFill/>
          </a:ln>
        </p:spPr>
        <p:txBody>
          <a:bodyPr lIns="91440" tIns="45720" rIns="91440" bIns="45720" anchor="ctr">
            <a:normAutofit/>
          </a:bodyPr>
          <a:lstStyle/>
          <a:p>
            <a:pPr indent="0" defTabSz="914400">
              <a:lnSpc>
                <a:spcPct val="90000"/>
              </a:lnSpc>
              <a:buNone/>
            </a:pPr>
            <a:r>
              <a:rPr lang="en-US" sz="4400" b="0" strike="noStrike" spc="-1">
                <a:solidFill>
                  <a:schemeClr val="dk1"/>
                </a:solidFill>
                <a:latin typeface="Aptos Display"/>
              </a:rPr>
              <a:t>Virus and Trojan ‘Tricks’</a:t>
            </a:r>
            <a:endParaRPr lang="en-US" sz="4400" b="0" strike="noStrike" spc="-1">
              <a:solidFill>
                <a:schemeClr val="dk1"/>
              </a:solidFill>
              <a:latin typeface="Aptos"/>
            </a:endParaRPr>
          </a:p>
        </p:txBody>
      </p:sp>
      <p:sp>
        <p:nvSpPr>
          <p:cNvPr id="183" name="PlaceHolder 2"/>
          <p:cNvSpPr>
            <a:spLocks noGrp="1"/>
          </p:cNvSpPr>
          <p:nvPr>
            <p:ph/>
          </p:nvPr>
        </p:nvSpPr>
        <p:spPr>
          <a:xfrm>
            <a:off x="1136880" y="2198520"/>
            <a:ext cx="4958640" cy="391752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en-US" sz="2000" b="0" strike="noStrike" spc="-1">
                <a:solidFill>
                  <a:schemeClr val="dk1"/>
                </a:solidFill>
                <a:latin typeface="Aptos"/>
              </a:rPr>
              <a:t>Code that stores in the stack a new return address for a procedure, when disassembling code, most disassemblers would stop at the far return instruction believing an end of procedure is met.</a:t>
            </a:r>
          </a:p>
        </p:txBody>
      </p:sp>
      <p:pic>
        <p:nvPicPr>
          <p:cNvPr id="184" name="Picture 4"/>
          <p:cNvPicPr/>
          <p:nvPr/>
        </p:nvPicPr>
        <p:blipFill>
          <a:blip r:embed="rId2"/>
          <a:stretch/>
        </p:blipFill>
        <p:spPr>
          <a:xfrm>
            <a:off x="5830560" y="3429000"/>
            <a:ext cx="6039000" cy="1585080"/>
          </a:xfrm>
          <a:prstGeom prst="rect">
            <a:avLst/>
          </a:prstGeom>
          <a:ln w="0">
            <a:noFill/>
          </a:ln>
        </p:spPr>
      </p:pic>
      <p:sp>
        <p:nvSpPr>
          <p:cNvPr id="185" name="Freeform: Shape 13">
            <a:extLst>
              <a:ext uri="{C183D7F6-B498-43B3-948B-1728B52AA6E4}">
                <adec:decorative xmlns:adec="http://schemas.microsoft.com/office/drawing/2017/decorative" val="1"/>
              </a:ext>
            </a:extLst>
          </p:cNvPr>
          <p:cNvSpPr/>
          <p:nvPr/>
        </p:nvSpPr>
        <p:spPr>
          <a:xfrm rot="10800000">
            <a:off x="5382000" y="6209640"/>
            <a:ext cx="6810120" cy="648360"/>
          </a:xfrm>
          <a:custGeom>
            <a:avLst/>
            <a:gdLst>
              <a:gd name="textAreaLeft" fmla="*/ 0 w 6810120"/>
              <a:gd name="textAreaRight" fmla="*/ 6810480 w 6810120"/>
              <a:gd name="textAreaTop" fmla="*/ 0 h 648360"/>
              <a:gd name="textAreaBottom" fmla="*/ 648720 h 648360"/>
            </a:gdLst>
            <a:ahLst/>
            <a:cxnLst/>
            <a:rect l="textAreaLeft" t="textAreaTop" r="textAreaRight" b="textAreaBottom"/>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a:solidFill>
                  <a:schemeClr val="dk1"/>
                </a:solidFill>
                <a:latin typeface="Aptos Display"/>
              </a:rPr>
              <a:t>What mental model to use ?</a:t>
            </a:r>
            <a:endParaRPr lang="en-US" sz="4400" b="0" strike="noStrike" spc="-1">
              <a:solidFill>
                <a:schemeClr val="dk1"/>
              </a:solidFill>
              <a:latin typeface="Aptos"/>
            </a:endParaRPr>
          </a:p>
        </p:txBody>
      </p:sp>
      <p:sp>
        <p:nvSpPr>
          <p:cNvPr id="187"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Our problem is no longer ‘can I read this to understand what’s happening ?’ it shifts to ‘how do I recover behavior and logic’</a:t>
            </a: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What are the parts that matter the most in the program ?</a:t>
            </a: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What if I want to just focus on one part of the program without running the rest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a:solidFill>
                  <a:schemeClr val="dk1"/>
                </a:solidFill>
                <a:latin typeface="Aptos Display"/>
              </a:rPr>
              <a:t>What is Emulation ?</a:t>
            </a:r>
            <a:endParaRPr lang="en-US" sz="4400" b="0" strike="noStrike" spc="-1">
              <a:solidFill>
                <a:schemeClr val="dk1"/>
              </a:solidFill>
              <a:latin typeface="Aptos"/>
            </a:endParaRPr>
          </a:p>
        </p:txBody>
      </p:sp>
      <p:sp>
        <p:nvSpPr>
          <p:cNvPr id="189"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If the decompiler gives us a guess, emulation lets us ask the binary to demonstrate what it actually does.</a:t>
            </a: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With emulation we choose which code emulate and it’s context</a:t>
            </a: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Safe way to analyze executables or shellcodes.</a:t>
            </a:r>
          </a:p>
          <a:p>
            <a:pPr indent="0" defTabSz="914400">
              <a:lnSpc>
                <a:spcPct val="90000"/>
              </a:lnSpc>
              <a:spcBef>
                <a:spcPts val="1001"/>
              </a:spcBef>
              <a:buNone/>
            </a:pPr>
            <a:endParaRPr lang="en-US" sz="2800" b="0" strike="noStrike" spc="-1">
              <a:solidFill>
                <a:schemeClr val="dk1"/>
              </a:solidFill>
              <a:latin typeface="Aptos"/>
            </a:endParaRPr>
          </a:p>
        </p:txBody>
      </p:sp>
      <p:pic>
        <p:nvPicPr>
          <p:cNvPr id="190" name="Picture 5" descr="A black background with a black square&#10;&#10;AI-generated content may be incorrect."/>
          <p:cNvPicPr/>
          <p:nvPr/>
        </p:nvPicPr>
        <p:blipFill>
          <a:blip r:embed="rId2"/>
          <a:stretch/>
        </p:blipFill>
        <p:spPr>
          <a:xfrm>
            <a:off x="9058320" y="4826160"/>
            <a:ext cx="3133440" cy="997200"/>
          </a:xfrm>
          <a:prstGeom prst="rect">
            <a:avLst/>
          </a:prstGeom>
          <a:ln w="0">
            <a:noFill/>
          </a:ln>
        </p:spPr>
      </p:pic>
      <p:pic>
        <p:nvPicPr>
          <p:cNvPr id="191" name="Picture 4" descr="Qiling Framework"/>
          <p:cNvPicPr/>
          <p:nvPr/>
        </p:nvPicPr>
        <p:blipFill>
          <a:blip r:embed="rId3"/>
          <a:stretch/>
        </p:blipFill>
        <p:spPr>
          <a:xfrm>
            <a:off x="6319800" y="4559400"/>
            <a:ext cx="1614240" cy="1617120"/>
          </a:xfrm>
          <a:prstGeom prst="rect">
            <a:avLst/>
          </a:prstGeom>
          <a:ln w="0">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192" name="Rectangle 7">
            <a:extLst>
              <a:ext uri="{C183D7F6-B498-43B3-948B-1728B52AA6E4}">
                <adec:decorative xmlns:adec="http://schemas.microsoft.com/office/drawing/2017/decorative" val="1"/>
              </a:ext>
            </a:extLst>
          </p:cNvPr>
          <p:cNvSpPr/>
          <p:nvPr/>
        </p:nvSpPr>
        <p:spPr>
          <a:xfrm>
            <a:off x="0" y="0"/>
            <a:ext cx="12191760" cy="6857640"/>
          </a:xfrm>
          <a:prstGeom prst="rect">
            <a:avLst/>
          </a:prstGeom>
          <a:ln w="12700">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193" name="PlaceHolder 1"/>
          <p:cNvSpPr>
            <a:spLocks noGrp="1"/>
          </p:cNvSpPr>
          <p:nvPr>
            <p:ph type="title"/>
          </p:nvPr>
        </p:nvSpPr>
        <p:spPr>
          <a:xfrm>
            <a:off x="1629720" y="934200"/>
            <a:ext cx="8924040" cy="1058040"/>
          </a:xfrm>
          <a:prstGeom prst="rect">
            <a:avLst/>
          </a:prstGeom>
          <a:noFill/>
          <a:ln w="0">
            <a:noFill/>
          </a:ln>
        </p:spPr>
        <p:txBody>
          <a:bodyPr lIns="91440" tIns="45720" rIns="91440" bIns="45720" anchor="ctr">
            <a:normAutofit/>
          </a:bodyPr>
          <a:lstStyle/>
          <a:p>
            <a:pPr indent="0" algn="ctr" defTabSz="914400">
              <a:lnSpc>
                <a:spcPct val="90000"/>
              </a:lnSpc>
              <a:buNone/>
            </a:pPr>
            <a:r>
              <a:rPr lang="en-US" sz="4400" b="0" strike="noStrike" spc="-1">
                <a:solidFill>
                  <a:schemeClr val="dk1"/>
                </a:solidFill>
                <a:latin typeface="Calisto MT"/>
              </a:rPr>
              <a:t>Emulation Use Cases</a:t>
            </a:r>
            <a:endParaRPr lang="en-US" sz="4400" b="0" strike="noStrike" spc="-1">
              <a:solidFill>
                <a:schemeClr val="dk1"/>
              </a:solidFill>
              <a:latin typeface="Aptos"/>
            </a:endParaRPr>
          </a:p>
        </p:txBody>
      </p:sp>
      <p:sp>
        <p:nvSpPr>
          <p:cNvPr id="194" name="Freeform: Shape 9">
            <a:extLst>
              <a:ext uri="{C183D7F6-B498-43B3-948B-1728B52AA6E4}">
                <adec:decorative xmlns:adec="http://schemas.microsoft.com/office/drawing/2017/decorative" val="1"/>
              </a:ext>
            </a:extLst>
          </p:cNvPr>
          <p:cNvSpPr/>
          <p:nvPr/>
        </p:nvSpPr>
        <p:spPr>
          <a:xfrm>
            <a:off x="1293840" y="2337840"/>
            <a:ext cx="9604080" cy="3585600"/>
          </a:xfrm>
          <a:custGeom>
            <a:avLst/>
            <a:gdLst>
              <a:gd name="textAreaLeft" fmla="*/ 0 w 9604080"/>
              <a:gd name="textAreaRight" fmla="*/ 9604440 w 9604080"/>
              <a:gd name="textAreaTop" fmla="*/ 0 h 3585600"/>
              <a:gd name="textAreaBottom" fmla="*/ 3585960 h 3585600"/>
            </a:gdLst>
            <a:ahLst/>
            <a:cxnLst/>
            <a:rect l="textAreaLeft" t="textAreaTop" r="textAreaRight" b="textAreaBottom"/>
            <a:pathLst>
              <a:path w="9604374" h="3585866">
                <a:moveTo>
                  <a:pt x="0" y="0"/>
                </a:moveTo>
                <a:lnTo>
                  <a:pt x="9604374" y="0"/>
                </a:lnTo>
                <a:lnTo>
                  <a:pt x="9604374" y="3095088"/>
                </a:lnTo>
                <a:lnTo>
                  <a:pt x="9591455" y="3097044"/>
                </a:lnTo>
                <a:cubicBezTo>
                  <a:pt x="9496183" y="3133516"/>
                  <a:pt x="9411472" y="3121301"/>
                  <a:pt x="9285147" y="3164182"/>
                </a:cubicBezTo>
                <a:cubicBezTo>
                  <a:pt x="9222914" y="3162781"/>
                  <a:pt x="9174371" y="3173454"/>
                  <a:pt x="9114078" y="3164299"/>
                </a:cubicBezTo>
                <a:cubicBezTo>
                  <a:pt x="9087411" y="3155904"/>
                  <a:pt x="9030947" y="3180906"/>
                  <a:pt x="8999665" y="3157864"/>
                </a:cubicBezTo>
                <a:cubicBezTo>
                  <a:pt x="8997339" y="3174606"/>
                  <a:pt x="8938300" y="3159909"/>
                  <a:pt x="8925240" y="3152135"/>
                </a:cubicBezTo>
                <a:cubicBezTo>
                  <a:pt x="8910091" y="3159441"/>
                  <a:pt x="8884639" y="3146109"/>
                  <a:pt x="8868257" y="3146819"/>
                </a:cubicBezTo>
                <a:cubicBezTo>
                  <a:pt x="8835852" y="3110204"/>
                  <a:pt x="8832251" y="3167659"/>
                  <a:pt x="8792363" y="3146856"/>
                </a:cubicBezTo>
                <a:cubicBezTo>
                  <a:pt x="8774838" y="3159285"/>
                  <a:pt x="8715420" y="3185652"/>
                  <a:pt x="8668399" y="3196893"/>
                </a:cubicBezTo>
                <a:cubicBezTo>
                  <a:pt x="8575902" y="3221445"/>
                  <a:pt x="8569506" y="3250654"/>
                  <a:pt x="8474043" y="3240734"/>
                </a:cubicBezTo>
                <a:cubicBezTo>
                  <a:pt x="8460613" y="3264436"/>
                  <a:pt x="8297088" y="3204738"/>
                  <a:pt x="8317555" y="3247156"/>
                </a:cubicBezTo>
                <a:cubicBezTo>
                  <a:pt x="8285696" y="3245083"/>
                  <a:pt x="8262352" y="3228203"/>
                  <a:pt x="8280111" y="3255812"/>
                </a:cubicBezTo>
                <a:lnTo>
                  <a:pt x="8096088" y="3253903"/>
                </a:lnTo>
                <a:cubicBezTo>
                  <a:pt x="7994084" y="3261603"/>
                  <a:pt x="7930388" y="3281921"/>
                  <a:pt x="7825642" y="3271628"/>
                </a:cubicBezTo>
                <a:cubicBezTo>
                  <a:pt x="7723046" y="3270395"/>
                  <a:pt x="7671282" y="3252297"/>
                  <a:pt x="7531820" y="3252671"/>
                </a:cubicBezTo>
                <a:cubicBezTo>
                  <a:pt x="7433606" y="3250277"/>
                  <a:pt x="7293100" y="3236234"/>
                  <a:pt x="7193751" y="3245192"/>
                </a:cubicBezTo>
                <a:cubicBezTo>
                  <a:pt x="7074822" y="3223769"/>
                  <a:pt x="7104250" y="3250265"/>
                  <a:pt x="6976768" y="3238559"/>
                </a:cubicBezTo>
                <a:cubicBezTo>
                  <a:pt x="6921032" y="3284865"/>
                  <a:pt x="6823818" y="3261794"/>
                  <a:pt x="6756462" y="3273268"/>
                </a:cubicBezTo>
                <a:cubicBezTo>
                  <a:pt x="6679037" y="3283316"/>
                  <a:pt x="6590030" y="3294204"/>
                  <a:pt x="6512214" y="3298845"/>
                </a:cubicBezTo>
                <a:cubicBezTo>
                  <a:pt x="6450581" y="3277980"/>
                  <a:pt x="6366042" y="3329199"/>
                  <a:pt x="6289569" y="3301118"/>
                </a:cubicBezTo>
                <a:cubicBezTo>
                  <a:pt x="6261432" y="3294355"/>
                  <a:pt x="6174310" y="3295209"/>
                  <a:pt x="6157816" y="3308643"/>
                </a:cubicBezTo>
                <a:cubicBezTo>
                  <a:pt x="6139648" y="3311557"/>
                  <a:pt x="6118459" y="3306799"/>
                  <a:pt x="6110062" y="3321185"/>
                </a:cubicBezTo>
                <a:cubicBezTo>
                  <a:pt x="6096189" y="3338498"/>
                  <a:pt x="6032810" y="3311765"/>
                  <a:pt x="6041832" y="3332190"/>
                </a:cubicBezTo>
                <a:cubicBezTo>
                  <a:pt x="5996830" y="3313871"/>
                  <a:pt x="5961033" y="3350141"/>
                  <a:pt x="5923195" y="3359104"/>
                </a:cubicBezTo>
                <a:cubicBezTo>
                  <a:pt x="5887750" y="3340930"/>
                  <a:pt x="5853570" y="3365323"/>
                  <a:pt x="5770972" y="3369893"/>
                </a:cubicBezTo>
                <a:cubicBezTo>
                  <a:pt x="5731993" y="3348876"/>
                  <a:pt x="5705091" y="3385599"/>
                  <a:pt x="5632583" y="3357730"/>
                </a:cubicBezTo>
                <a:cubicBezTo>
                  <a:pt x="5594087" y="3357562"/>
                  <a:pt x="5606154" y="3357443"/>
                  <a:pt x="5539996" y="3352890"/>
                </a:cubicBezTo>
                <a:cubicBezTo>
                  <a:pt x="5439049" y="3348000"/>
                  <a:pt x="5408459" y="3356166"/>
                  <a:pt x="5315460" y="3350411"/>
                </a:cubicBezTo>
                <a:cubicBezTo>
                  <a:pt x="5211119" y="3348356"/>
                  <a:pt x="5208881" y="3372469"/>
                  <a:pt x="5072455" y="3338147"/>
                </a:cubicBezTo>
                <a:cubicBezTo>
                  <a:pt x="5061717" y="3354508"/>
                  <a:pt x="5045493" y="3355753"/>
                  <a:pt x="5016364" y="3348937"/>
                </a:cubicBezTo>
                <a:cubicBezTo>
                  <a:pt x="4965900" y="3349130"/>
                  <a:pt x="4977835" y="3389131"/>
                  <a:pt x="4922276" y="3366515"/>
                </a:cubicBezTo>
                <a:cubicBezTo>
                  <a:pt x="4935702" y="3387794"/>
                  <a:pt x="4828733" y="3377760"/>
                  <a:pt x="4856444" y="3399463"/>
                </a:cubicBezTo>
                <a:cubicBezTo>
                  <a:pt x="4827698" y="3420094"/>
                  <a:pt x="4805019" y="3388256"/>
                  <a:pt x="4775993" y="3406312"/>
                </a:cubicBezTo>
                <a:cubicBezTo>
                  <a:pt x="4744470" y="3406056"/>
                  <a:pt x="4706605" y="3394901"/>
                  <a:pt x="4667320" y="3397926"/>
                </a:cubicBezTo>
                <a:cubicBezTo>
                  <a:pt x="4613435" y="3387476"/>
                  <a:pt x="4608100" y="3410487"/>
                  <a:pt x="4540268" y="3424464"/>
                </a:cubicBezTo>
                <a:cubicBezTo>
                  <a:pt x="4508279" y="3412969"/>
                  <a:pt x="4485989" y="3420063"/>
                  <a:pt x="4465491" y="3433154"/>
                </a:cubicBezTo>
                <a:cubicBezTo>
                  <a:pt x="4396498" y="3432601"/>
                  <a:pt x="4338078" y="3453569"/>
                  <a:pt x="4262864" y="3464075"/>
                </a:cubicBezTo>
                <a:cubicBezTo>
                  <a:pt x="4180249" y="3483394"/>
                  <a:pt x="4225769" y="3479019"/>
                  <a:pt x="4175005" y="3493545"/>
                </a:cubicBezTo>
                <a:lnTo>
                  <a:pt x="4030100" y="3514212"/>
                </a:lnTo>
                <a:lnTo>
                  <a:pt x="3926631" y="3525304"/>
                </a:lnTo>
                <a:lnTo>
                  <a:pt x="3897306" y="3547095"/>
                </a:lnTo>
                <a:lnTo>
                  <a:pt x="3896886" y="3547500"/>
                </a:lnTo>
                <a:lnTo>
                  <a:pt x="3834004" y="3550510"/>
                </a:lnTo>
                <a:cubicBezTo>
                  <a:pt x="3800562" y="3554957"/>
                  <a:pt x="3734185" y="3568533"/>
                  <a:pt x="3696227" y="3574175"/>
                </a:cubicBezTo>
                <a:cubicBezTo>
                  <a:pt x="3661780" y="3570074"/>
                  <a:pt x="3640587" y="3551815"/>
                  <a:pt x="3652821" y="3580368"/>
                </a:cubicBezTo>
                <a:cubicBezTo>
                  <a:pt x="3641506" y="3579831"/>
                  <a:pt x="3634593" y="3582151"/>
                  <a:pt x="3629691" y="3585866"/>
                </a:cubicBezTo>
                <a:lnTo>
                  <a:pt x="3595018" y="3571623"/>
                </a:lnTo>
                <a:lnTo>
                  <a:pt x="3551656" y="3577800"/>
                </a:lnTo>
                <a:lnTo>
                  <a:pt x="3541558" y="3579797"/>
                </a:lnTo>
                <a:lnTo>
                  <a:pt x="3465708" y="3565931"/>
                </a:lnTo>
                <a:lnTo>
                  <a:pt x="3458313" y="3560366"/>
                </a:lnTo>
                <a:cubicBezTo>
                  <a:pt x="3450380" y="3556940"/>
                  <a:pt x="3439090" y="3555355"/>
                  <a:pt x="3420278" y="3557947"/>
                </a:cubicBezTo>
                <a:lnTo>
                  <a:pt x="3415952" y="3559424"/>
                </a:lnTo>
                <a:lnTo>
                  <a:pt x="3384432" y="3550905"/>
                </a:lnTo>
                <a:cubicBezTo>
                  <a:pt x="3374259" y="3547029"/>
                  <a:pt x="3265415" y="3542149"/>
                  <a:pt x="3258039" y="3535884"/>
                </a:cubicBezTo>
                <a:cubicBezTo>
                  <a:pt x="3138852" y="3551394"/>
                  <a:pt x="3130647" y="3523871"/>
                  <a:pt x="3015008" y="3528000"/>
                </a:cubicBezTo>
                <a:cubicBezTo>
                  <a:pt x="2914857" y="3486061"/>
                  <a:pt x="2851687" y="3511605"/>
                  <a:pt x="2761910" y="3505496"/>
                </a:cubicBezTo>
                <a:cubicBezTo>
                  <a:pt x="2676401" y="3501198"/>
                  <a:pt x="2636809" y="3514769"/>
                  <a:pt x="2521923" y="3514208"/>
                </a:cubicBezTo>
                <a:cubicBezTo>
                  <a:pt x="2400197" y="3505062"/>
                  <a:pt x="2222818" y="3509922"/>
                  <a:pt x="2085894" y="3490122"/>
                </a:cubicBezTo>
                <a:cubicBezTo>
                  <a:pt x="1978312" y="3483748"/>
                  <a:pt x="1977940" y="3488460"/>
                  <a:pt x="1936305" y="3487966"/>
                </a:cubicBezTo>
                <a:cubicBezTo>
                  <a:pt x="1922459" y="3490683"/>
                  <a:pt x="1849334" y="3482739"/>
                  <a:pt x="1836080" y="3487150"/>
                </a:cubicBezTo>
                <a:lnTo>
                  <a:pt x="1829133" y="3489437"/>
                </a:lnTo>
                <a:lnTo>
                  <a:pt x="1801140" y="3490787"/>
                </a:lnTo>
                <a:lnTo>
                  <a:pt x="1793476" y="3500921"/>
                </a:lnTo>
                <a:lnTo>
                  <a:pt x="1699923" y="3509706"/>
                </a:lnTo>
                <a:cubicBezTo>
                  <a:pt x="1637728" y="3485036"/>
                  <a:pt x="1584624" y="3514467"/>
                  <a:pt x="1474760" y="3513685"/>
                </a:cubicBezTo>
                <a:cubicBezTo>
                  <a:pt x="1445646" y="3505164"/>
                  <a:pt x="1329781" y="3484421"/>
                  <a:pt x="1308130" y="3496703"/>
                </a:cubicBezTo>
                <a:cubicBezTo>
                  <a:pt x="1287409" y="3498430"/>
                  <a:pt x="1265391" y="3492347"/>
                  <a:pt x="1252381" y="3506093"/>
                </a:cubicBezTo>
                <a:cubicBezTo>
                  <a:pt x="1232588" y="3522393"/>
                  <a:pt x="1170020" y="3491785"/>
                  <a:pt x="1174550" y="3512642"/>
                </a:cubicBezTo>
                <a:cubicBezTo>
                  <a:pt x="1119896" y="3512841"/>
                  <a:pt x="1000484" y="3507431"/>
                  <a:pt x="924455" y="3507283"/>
                </a:cubicBezTo>
                <a:cubicBezTo>
                  <a:pt x="887180" y="3483915"/>
                  <a:pt x="777361" y="3516071"/>
                  <a:pt x="718373" y="3511753"/>
                </a:cubicBezTo>
                <a:cubicBezTo>
                  <a:pt x="666588" y="3513355"/>
                  <a:pt x="661645" y="3525551"/>
                  <a:pt x="600444" y="3520899"/>
                </a:cubicBezTo>
                <a:cubicBezTo>
                  <a:pt x="491334" y="3516943"/>
                  <a:pt x="451794" y="3507522"/>
                  <a:pt x="351173" y="3495843"/>
                </a:cubicBezTo>
                <a:cubicBezTo>
                  <a:pt x="237121" y="3487112"/>
                  <a:pt x="235857" y="3499212"/>
                  <a:pt x="108372" y="3484386"/>
                </a:cubicBezTo>
                <a:cubicBezTo>
                  <a:pt x="86318" y="3481054"/>
                  <a:pt x="40657" y="3480329"/>
                  <a:pt x="6467" y="3476532"/>
                </a:cubicBezTo>
                <a:lnTo>
                  <a:pt x="0" y="3475412"/>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195" name="Rectangle 6">
            <a:extLst>
              <a:ext uri="{C183D7F6-B498-43B3-948B-1728B52AA6E4}">
                <adec:decorative xmlns:adec="http://schemas.microsoft.com/office/drawing/2017/decorative" val="1"/>
              </a:ext>
            </a:extLst>
          </p:cNvPr>
          <p:cNvSpPr/>
          <p:nvPr/>
        </p:nvSpPr>
        <p:spPr>
          <a:xfrm>
            <a:off x="5421600" y="2190600"/>
            <a:ext cx="1348200" cy="407520"/>
          </a:xfrm>
          <a:custGeom>
            <a:avLst/>
            <a:gdLst>
              <a:gd name="textAreaLeft" fmla="*/ 0 w 1348200"/>
              <a:gd name="textAreaRight" fmla="*/ 1348560 w 1348200"/>
              <a:gd name="textAreaTop" fmla="*/ 0 h 407520"/>
              <a:gd name="textAreaBottom" fmla="*/ 407880 h 407520"/>
            </a:gdLst>
            <a:ahLst/>
            <a:cxnLst/>
            <a:rect l="textAreaLeft" t="textAreaTop" r="textAreaRight" b="textAreaBottom"/>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480"/>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196" name="PlaceHolder 2"/>
          <p:cNvSpPr>
            <a:spLocks noGrp="1"/>
          </p:cNvSpPr>
          <p:nvPr>
            <p:ph/>
          </p:nvPr>
        </p:nvSpPr>
        <p:spPr>
          <a:xfrm>
            <a:off x="1941120" y="2752200"/>
            <a:ext cx="8309160" cy="2828880"/>
          </a:xfrm>
          <a:prstGeom prst="rect">
            <a:avLst/>
          </a:prstGeom>
          <a:noFill/>
          <a:ln w="0">
            <a:noFill/>
          </a:ln>
        </p:spPr>
        <p:txBody>
          <a:bodyPr lIns="91440" tIns="45720" rIns="91440" bIns="45720" anchor="t">
            <a:normAutofit fontScale="98192"/>
          </a:bodyPr>
          <a:lstStyle/>
          <a:p>
            <a:pPr marL="228600" indent="-228600" defTabSz="914400">
              <a:lnSpc>
                <a:spcPct val="90000"/>
              </a:lnSpc>
              <a:spcBef>
                <a:spcPts val="1001"/>
              </a:spcBef>
              <a:buClr>
                <a:srgbClr val="000000"/>
              </a:buClr>
              <a:buFont typeface="Arial"/>
              <a:buChar char="•"/>
            </a:pPr>
            <a:r>
              <a:rPr lang="en-US" sz="2000" b="1" strike="noStrike" spc="-1">
                <a:solidFill>
                  <a:schemeClr val="dk1"/>
                </a:solidFill>
                <a:latin typeface="Calisto MT"/>
              </a:rPr>
              <a:t>Binary Analysis</a:t>
            </a:r>
            <a:r>
              <a:rPr lang="en-US" sz="2000" b="0" strike="noStrike" spc="-1">
                <a:solidFill>
                  <a:schemeClr val="dk1"/>
                </a:solidFill>
                <a:latin typeface="Calisto MT"/>
              </a:rPr>
              <a:t>: Analyzing binary code without executing it on real hardware</a:t>
            </a:r>
            <a:endParaRPr lang="en-US" sz="2000" b="0" strike="noStrike" spc="-1">
              <a:solidFill>
                <a:schemeClr val="dk1"/>
              </a:solidFill>
              <a:latin typeface="Aptos"/>
            </a:endParaRPr>
          </a:p>
          <a:p>
            <a:pPr marL="228600" indent="-228600" defTabSz="914400">
              <a:lnSpc>
                <a:spcPct val="90000"/>
              </a:lnSpc>
              <a:spcBef>
                <a:spcPts val="1001"/>
              </a:spcBef>
              <a:buClr>
                <a:srgbClr val="000000"/>
              </a:buClr>
              <a:buFont typeface="Arial"/>
              <a:buChar char="•"/>
            </a:pPr>
            <a:r>
              <a:rPr lang="en-US" sz="2000" b="1" strike="noStrike" spc="-1">
                <a:solidFill>
                  <a:schemeClr val="dk1"/>
                </a:solidFill>
                <a:latin typeface="Calisto MT"/>
              </a:rPr>
              <a:t>Malware Analysis</a:t>
            </a:r>
            <a:r>
              <a:rPr lang="en-US" sz="2000" b="0" strike="noStrike" spc="-1">
                <a:solidFill>
                  <a:schemeClr val="dk1"/>
                </a:solidFill>
                <a:latin typeface="Calisto MT"/>
              </a:rPr>
              <a:t>: Safely examining malicious code behavior</a:t>
            </a:r>
            <a:endParaRPr lang="en-US" sz="2000" b="0" strike="noStrike" spc="-1">
              <a:solidFill>
                <a:schemeClr val="dk1"/>
              </a:solidFill>
              <a:latin typeface="Aptos"/>
            </a:endParaRPr>
          </a:p>
          <a:p>
            <a:pPr marL="228600" indent="-228600" defTabSz="914400">
              <a:lnSpc>
                <a:spcPct val="90000"/>
              </a:lnSpc>
              <a:spcBef>
                <a:spcPts val="1001"/>
              </a:spcBef>
              <a:buClr>
                <a:srgbClr val="000000"/>
              </a:buClr>
              <a:buFont typeface="Arial"/>
              <a:buChar char="•"/>
            </a:pPr>
            <a:r>
              <a:rPr lang="en-US" sz="2000" b="1" strike="noStrike" spc="-1">
                <a:solidFill>
                  <a:schemeClr val="dk1"/>
                </a:solidFill>
                <a:latin typeface="Calisto MT"/>
              </a:rPr>
              <a:t>Fuzzing</a:t>
            </a:r>
            <a:r>
              <a:rPr lang="en-US" sz="2000" b="0" strike="noStrike" spc="-1">
                <a:solidFill>
                  <a:schemeClr val="dk1"/>
                </a:solidFill>
                <a:latin typeface="Calisto MT"/>
              </a:rPr>
              <a:t>: Generating test cases for software testing</a:t>
            </a:r>
            <a:endParaRPr lang="en-US" sz="2000" b="0" strike="noStrike" spc="-1">
              <a:solidFill>
                <a:schemeClr val="dk1"/>
              </a:solidFill>
              <a:latin typeface="Aptos"/>
            </a:endParaRPr>
          </a:p>
          <a:p>
            <a:pPr marL="228600" indent="-228600" defTabSz="914400">
              <a:lnSpc>
                <a:spcPct val="90000"/>
              </a:lnSpc>
              <a:spcBef>
                <a:spcPts val="1001"/>
              </a:spcBef>
              <a:buClr>
                <a:srgbClr val="000000"/>
              </a:buClr>
              <a:buFont typeface="Arial"/>
              <a:buChar char="•"/>
            </a:pPr>
            <a:r>
              <a:rPr lang="en-US" sz="2000" b="1" strike="noStrike" spc="-1">
                <a:solidFill>
                  <a:schemeClr val="dk1"/>
                </a:solidFill>
                <a:latin typeface="Calisto MT"/>
              </a:rPr>
              <a:t>Reverse Engineering</a:t>
            </a:r>
            <a:r>
              <a:rPr lang="en-US" sz="2000" b="0" strike="noStrike" spc="-1">
                <a:solidFill>
                  <a:schemeClr val="dk1"/>
                </a:solidFill>
                <a:latin typeface="Calisto MT"/>
              </a:rPr>
              <a:t>: Understanding how compiled code works</a:t>
            </a:r>
            <a:endParaRPr lang="en-US" sz="2000" b="0" strike="noStrike" spc="-1">
              <a:solidFill>
                <a:schemeClr val="dk1"/>
              </a:solidFill>
              <a:latin typeface="Aptos"/>
            </a:endParaRPr>
          </a:p>
          <a:p>
            <a:pPr marL="228600" indent="-228600" defTabSz="914400">
              <a:lnSpc>
                <a:spcPct val="90000"/>
              </a:lnSpc>
              <a:spcBef>
                <a:spcPts val="1001"/>
              </a:spcBef>
              <a:buClr>
                <a:srgbClr val="000000"/>
              </a:buClr>
              <a:buFont typeface="Arial"/>
              <a:buChar char="•"/>
            </a:pPr>
            <a:r>
              <a:rPr lang="en-US" sz="2000" b="1" strike="noStrike" spc="-1">
                <a:solidFill>
                  <a:schemeClr val="dk1"/>
                </a:solidFill>
                <a:latin typeface="Calisto MT"/>
              </a:rPr>
              <a:t>Emulation</a:t>
            </a:r>
            <a:r>
              <a:rPr lang="en-US" sz="2000" b="0" strike="noStrike" spc="-1">
                <a:solidFill>
                  <a:schemeClr val="dk1"/>
                </a:solidFill>
                <a:latin typeface="Calisto MT"/>
              </a:rPr>
              <a:t>: Running code for unsupported or legacy architectures</a:t>
            </a:r>
            <a:endParaRPr lang="en-US" sz="2000" b="0" strike="noStrike" spc="-1">
              <a:solidFill>
                <a:schemeClr val="dk1"/>
              </a:solidFill>
              <a:latin typeface="Aptos"/>
            </a:endParaRPr>
          </a:p>
          <a:p>
            <a:pPr marL="228600" indent="-228600" defTabSz="914400">
              <a:lnSpc>
                <a:spcPct val="90000"/>
              </a:lnSpc>
              <a:spcBef>
                <a:spcPts val="1001"/>
              </a:spcBef>
              <a:buClr>
                <a:srgbClr val="000000"/>
              </a:buClr>
              <a:buFont typeface="Arial"/>
              <a:buChar char="•"/>
            </a:pPr>
            <a:r>
              <a:rPr lang="en-US" sz="2000" b="1" strike="noStrike" spc="-1">
                <a:solidFill>
                  <a:schemeClr val="dk1"/>
                </a:solidFill>
                <a:latin typeface="Calisto MT"/>
              </a:rPr>
              <a:t>Security Research</a:t>
            </a:r>
            <a:r>
              <a:rPr lang="en-US" sz="2000" b="0" strike="noStrike" spc="-1">
                <a:solidFill>
                  <a:schemeClr val="dk1"/>
                </a:solidFill>
                <a:latin typeface="Calisto MT"/>
              </a:rPr>
              <a:t>: Exploring vulnerabilities and exploits</a:t>
            </a:r>
            <a:endParaRPr lang="en-US" sz="2000" b="0" strike="noStrike" spc="-1">
              <a:solidFill>
                <a:schemeClr val="dk1"/>
              </a:solidFill>
              <a:latin typeface="Apto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197" name="Rectangle 8">
            <a:extLst>
              <a:ext uri="{C183D7F6-B498-43B3-948B-1728B52AA6E4}">
                <adec:decorative xmlns:adec="http://schemas.microsoft.com/office/drawing/2017/decorative" val="1"/>
              </a:ext>
            </a:extLst>
          </p:cNvPr>
          <p:cNvSpPr/>
          <p:nvPr/>
        </p:nvSpPr>
        <p:spPr>
          <a:xfrm>
            <a:off x="0" y="0"/>
            <a:ext cx="12191760" cy="6857640"/>
          </a:xfrm>
          <a:prstGeom prst="rect">
            <a:avLst/>
          </a:prstGeom>
          <a:ln w="12700">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198" name="Freeform: Shape 10">
            <a:extLst>
              <a:ext uri="{C183D7F6-B498-43B3-948B-1728B52AA6E4}">
                <adec:decorative xmlns:adec="http://schemas.microsoft.com/office/drawing/2017/decorative" val="1"/>
              </a:ext>
            </a:extLst>
          </p:cNvPr>
          <p:cNvSpPr/>
          <p:nvPr/>
        </p:nvSpPr>
        <p:spPr>
          <a:xfrm>
            <a:off x="0" y="0"/>
            <a:ext cx="11765880" cy="2061360"/>
          </a:xfrm>
          <a:custGeom>
            <a:avLst/>
            <a:gdLst>
              <a:gd name="textAreaLeft" fmla="*/ 0 w 11765880"/>
              <a:gd name="textAreaRight" fmla="*/ 11766240 w 11765880"/>
              <a:gd name="textAreaTop" fmla="*/ 0 h 2061360"/>
              <a:gd name="textAreaBottom" fmla="*/ 2061720 h 2061360"/>
            </a:gdLst>
            <a:ahLst/>
            <a:cxnLst/>
            <a:rect l="textAreaLeft" t="textAreaTop" r="textAreaRight" b="textAreaBottom"/>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199" name="PlaceHolder 1"/>
          <p:cNvSpPr>
            <a:spLocks noGrp="1"/>
          </p:cNvSpPr>
          <p:nvPr>
            <p:ph type="title"/>
          </p:nvPr>
        </p:nvSpPr>
        <p:spPr>
          <a:xfrm>
            <a:off x="1136880" y="609480"/>
            <a:ext cx="9392040" cy="1330560"/>
          </a:xfrm>
          <a:prstGeom prst="rect">
            <a:avLst/>
          </a:prstGeom>
          <a:noFill/>
          <a:ln w="0">
            <a:noFill/>
          </a:ln>
        </p:spPr>
        <p:txBody>
          <a:bodyPr lIns="91440" tIns="45720" rIns="91440" bIns="45720" anchor="ctr">
            <a:normAutofit/>
          </a:bodyPr>
          <a:lstStyle/>
          <a:p>
            <a:pPr indent="0" defTabSz="914400">
              <a:lnSpc>
                <a:spcPct val="90000"/>
              </a:lnSpc>
              <a:buNone/>
            </a:pPr>
            <a:r>
              <a:rPr lang="en-US" sz="4400" b="0" strike="noStrike" spc="-1">
                <a:solidFill>
                  <a:schemeClr val="dk1"/>
                </a:solidFill>
                <a:latin typeface="Aptos Display"/>
              </a:rPr>
              <a:t>Meet Unicorn !! (A CPU without an OS)</a:t>
            </a:r>
            <a:endParaRPr lang="en-US" sz="4400" b="0" strike="noStrike" spc="-1">
              <a:solidFill>
                <a:schemeClr val="dk1"/>
              </a:solidFill>
              <a:latin typeface="Aptos"/>
            </a:endParaRPr>
          </a:p>
        </p:txBody>
      </p:sp>
      <p:sp>
        <p:nvSpPr>
          <p:cNvPr id="200" name="PlaceHolder 2"/>
          <p:cNvSpPr>
            <a:spLocks noGrp="1"/>
          </p:cNvSpPr>
          <p:nvPr>
            <p:ph/>
          </p:nvPr>
        </p:nvSpPr>
        <p:spPr>
          <a:xfrm>
            <a:off x="1136880" y="2198520"/>
            <a:ext cx="6305760" cy="3917520"/>
          </a:xfrm>
          <a:prstGeom prst="rect">
            <a:avLst/>
          </a:prstGeom>
          <a:noFill/>
          <a:ln w="0">
            <a:noFill/>
          </a:ln>
        </p:spPr>
        <p:txBody>
          <a:bodyPr lIns="91440" tIns="45720" rIns="91440" bIns="45720" anchor="t">
            <a:normAutofit fontScale="93550" lnSpcReduction="10000"/>
          </a:bodyPr>
          <a:lstStyle/>
          <a:p>
            <a:pPr marL="228600" indent="-228600" defTabSz="914400">
              <a:lnSpc>
                <a:spcPct val="90000"/>
              </a:lnSpc>
              <a:spcBef>
                <a:spcPts val="1001"/>
              </a:spcBef>
              <a:buClr>
                <a:srgbClr val="000000"/>
              </a:buClr>
              <a:buFont typeface="Arial"/>
              <a:buChar char="•"/>
            </a:pPr>
            <a:r>
              <a:rPr lang="en-US" sz="2000" b="0" strike="noStrike" spc="-1">
                <a:solidFill>
                  <a:schemeClr val="dk1"/>
                </a:solidFill>
                <a:latin typeface="Aptos"/>
              </a:rPr>
              <a:t>Not your usual emulator (you can’t emulate a system or a program)  (modified version of Qemu)</a:t>
            </a:r>
          </a:p>
          <a:p>
            <a:pPr marL="228600" indent="-228600" defTabSz="914400">
              <a:lnSpc>
                <a:spcPct val="90000"/>
              </a:lnSpc>
              <a:spcBef>
                <a:spcPts val="1001"/>
              </a:spcBef>
              <a:buClr>
                <a:srgbClr val="000000"/>
              </a:buClr>
              <a:buFont typeface="Arial"/>
              <a:buChar char="•"/>
            </a:pPr>
            <a:r>
              <a:rPr lang="en-US" sz="2000" b="0" strike="noStrike" spc="-1">
                <a:solidFill>
                  <a:schemeClr val="dk1"/>
                </a:solidFill>
                <a:latin typeface="Aptos"/>
              </a:rPr>
              <a:t>No syscalls, just CPU instructions</a:t>
            </a:r>
          </a:p>
          <a:p>
            <a:pPr marL="228600" indent="-228600" defTabSz="914400">
              <a:lnSpc>
                <a:spcPct val="90000"/>
              </a:lnSpc>
              <a:spcBef>
                <a:spcPts val="1001"/>
              </a:spcBef>
              <a:buClr>
                <a:srgbClr val="000000"/>
              </a:buClr>
              <a:buFont typeface="Arial"/>
              <a:buChar char="•"/>
            </a:pPr>
            <a:r>
              <a:rPr lang="en-US" sz="2000" b="0" strike="noStrike" spc="-1">
                <a:solidFill>
                  <a:schemeClr val="dk1"/>
                </a:solidFill>
                <a:latin typeface="Aptos"/>
              </a:rPr>
              <a:t>You control every register and byte of memory</a:t>
            </a:r>
          </a:p>
          <a:p>
            <a:pPr marL="228600" indent="-228600" defTabSz="914400">
              <a:lnSpc>
                <a:spcPct val="90000"/>
              </a:lnSpc>
              <a:spcBef>
                <a:spcPts val="1001"/>
              </a:spcBef>
              <a:buClr>
                <a:srgbClr val="000000"/>
              </a:buClr>
              <a:buFont typeface="Arial"/>
              <a:buChar char="•"/>
            </a:pPr>
            <a:r>
              <a:rPr lang="en-US" sz="2000" b="0" strike="noStrike" spc="-1">
                <a:solidFill>
                  <a:schemeClr val="dk1"/>
                </a:solidFill>
                <a:latin typeface="Aptos"/>
              </a:rPr>
              <a:t>You can start from any address and stop anywhere</a:t>
            </a:r>
          </a:p>
          <a:p>
            <a:pPr marL="228600" indent="-228600" defTabSz="914400">
              <a:lnSpc>
                <a:spcPct val="90000"/>
              </a:lnSpc>
              <a:spcBef>
                <a:spcPts val="1001"/>
              </a:spcBef>
              <a:buClr>
                <a:srgbClr val="000000"/>
              </a:buClr>
              <a:buFont typeface="Arial"/>
              <a:buChar char="•"/>
            </a:pPr>
            <a:r>
              <a:rPr lang="en-US" sz="2000" b="0" strike="noStrike" spc="-1">
                <a:solidFill>
                  <a:schemeClr val="dk1"/>
                </a:solidFill>
                <a:latin typeface="Aptos"/>
              </a:rPr>
              <a:t>You can call an interesting function from the malware, without creating a harmfull process</a:t>
            </a:r>
          </a:p>
          <a:p>
            <a:pPr marL="228600" indent="-228600" defTabSz="914400">
              <a:lnSpc>
                <a:spcPct val="90000"/>
              </a:lnSpc>
              <a:spcBef>
                <a:spcPts val="1001"/>
              </a:spcBef>
              <a:buClr>
                <a:srgbClr val="000000"/>
              </a:buClr>
              <a:buFont typeface="Arial"/>
              <a:buChar char="•"/>
            </a:pPr>
            <a:r>
              <a:rPr lang="en-US" sz="2000" b="0" strike="noStrike" spc="-1">
                <a:solidFill>
                  <a:schemeClr val="dk1"/>
                </a:solidFill>
                <a:latin typeface="Aptos"/>
              </a:rPr>
              <a:t>Emulating obfuscated code</a:t>
            </a:r>
          </a:p>
          <a:p>
            <a:pPr marL="228600" indent="-228600" defTabSz="914400">
              <a:lnSpc>
                <a:spcPct val="90000"/>
              </a:lnSpc>
              <a:spcBef>
                <a:spcPts val="1001"/>
              </a:spcBef>
              <a:buClr>
                <a:srgbClr val="000000"/>
              </a:buClr>
              <a:buFont typeface="Arial"/>
              <a:buChar char="•"/>
            </a:pPr>
            <a:r>
              <a:rPr lang="en-US" sz="2000" b="0" strike="noStrike" spc="-1">
                <a:solidFill>
                  <a:schemeClr val="dk1"/>
                </a:solidFill>
                <a:latin typeface="Aptos"/>
              </a:rPr>
              <a:t>Useful for Fuzzing</a:t>
            </a:r>
          </a:p>
          <a:p>
            <a:pPr marL="228600" indent="-228600" defTabSz="914400">
              <a:lnSpc>
                <a:spcPct val="90000"/>
              </a:lnSpc>
              <a:spcBef>
                <a:spcPts val="1001"/>
              </a:spcBef>
              <a:buClr>
                <a:srgbClr val="000000"/>
              </a:buClr>
              <a:buFont typeface="Arial"/>
              <a:buChar char="•"/>
            </a:pPr>
            <a:r>
              <a:rPr lang="en-US" sz="2000" b="0" u="sng" strike="noStrike" spc="-1">
                <a:solidFill>
                  <a:schemeClr val="dk1"/>
                </a:solidFill>
                <a:uFillTx/>
                <a:latin typeface="Aptos"/>
                <a:hlinkClick r:id="rId2"/>
              </a:rPr>
              <a:t>GitHub - unicorn-engine/unicorn: Unicorn CPU emulator framework (ARM, AArch64, M68K, </a:t>
            </a:r>
            <a:r>
              <a:rPr lang="en-US" sz="2000" b="0" u="sng" strike="noStrike" spc="-1">
                <a:solidFill>
                  <a:schemeClr val="dk1"/>
                </a:solidFill>
                <a:uFillTx/>
                <a:latin typeface="Aptos"/>
                <a:hlinkClick r:id="rId2"/>
              </a:rPr>
              <a:t>Mips</a:t>
            </a:r>
            <a:r>
              <a:rPr lang="en-US" sz="2000" b="0" u="sng" strike="noStrike" spc="-1">
                <a:solidFill>
                  <a:schemeClr val="dk1"/>
                </a:solidFill>
                <a:uFillTx/>
                <a:latin typeface="Aptos"/>
                <a:hlinkClick r:id="rId2"/>
              </a:rPr>
              <a:t>, Sparc, PowerPC, </a:t>
            </a:r>
            <a:r>
              <a:rPr lang="en-US" sz="2000" b="0" u="sng" strike="noStrike" spc="-1">
                <a:solidFill>
                  <a:schemeClr val="dk1"/>
                </a:solidFill>
                <a:uFillTx/>
                <a:latin typeface="Aptos"/>
                <a:hlinkClick r:id="rId2"/>
              </a:rPr>
              <a:t>RiscV</a:t>
            </a:r>
            <a:r>
              <a:rPr lang="en-US" sz="2000" b="0" u="sng" strike="noStrike" spc="-1">
                <a:solidFill>
                  <a:schemeClr val="dk1"/>
                </a:solidFill>
                <a:uFillTx/>
                <a:latin typeface="Aptos"/>
                <a:hlinkClick r:id="rId2"/>
              </a:rPr>
              <a:t>, S390x, </a:t>
            </a:r>
            <a:r>
              <a:rPr lang="en-US" sz="2000" b="0" u="sng" strike="noStrike" spc="-1">
                <a:solidFill>
                  <a:schemeClr val="dk1"/>
                </a:solidFill>
                <a:uFillTx/>
                <a:latin typeface="Aptos"/>
                <a:hlinkClick r:id="rId2"/>
              </a:rPr>
              <a:t>TriCore</a:t>
            </a:r>
            <a:r>
              <a:rPr lang="en-US" sz="2000" b="0" u="sng" strike="noStrike" spc="-1">
                <a:solidFill>
                  <a:schemeClr val="dk1"/>
                </a:solidFill>
                <a:uFillTx/>
                <a:latin typeface="Aptos"/>
                <a:hlinkClick r:id="rId2"/>
              </a:rPr>
              <a:t>, X86) · GitHub</a:t>
            </a:r>
            <a:endParaRPr lang="en-US" sz="2000" b="0" strike="noStrike" spc="-1">
              <a:solidFill>
                <a:schemeClr val="dk1"/>
              </a:solidFill>
              <a:latin typeface="Aptos"/>
            </a:endParaRPr>
          </a:p>
          <a:p>
            <a:pPr indent="0" defTabSz="914400">
              <a:lnSpc>
                <a:spcPct val="90000"/>
              </a:lnSpc>
              <a:spcBef>
                <a:spcPts val="1001"/>
              </a:spcBef>
              <a:buNone/>
            </a:pPr>
            <a:endParaRPr lang="en-US" sz="2000" b="0" strike="noStrike" spc="-1">
              <a:solidFill>
                <a:schemeClr val="dk1"/>
              </a:solidFill>
              <a:latin typeface="Aptos"/>
            </a:endParaRPr>
          </a:p>
        </p:txBody>
      </p:sp>
      <p:pic>
        <p:nvPicPr>
          <p:cNvPr id="201" name="Picture 3" descr="Unicorn Engine · GitHub"/>
          <p:cNvPicPr/>
          <p:nvPr/>
        </p:nvPicPr>
        <p:blipFill>
          <a:blip r:embed="rId3"/>
          <a:stretch/>
        </p:blipFill>
        <p:spPr>
          <a:xfrm>
            <a:off x="7235640" y="2184840"/>
            <a:ext cx="3755520" cy="3755520"/>
          </a:xfrm>
          <a:prstGeom prst="rect">
            <a:avLst/>
          </a:prstGeom>
          <a:ln w="0">
            <a:noFill/>
          </a:ln>
        </p:spPr>
      </p:pic>
      <p:sp>
        <p:nvSpPr>
          <p:cNvPr id="202" name="Freeform: Shape 12">
            <a:extLst>
              <a:ext uri="{C183D7F6-B498-43B3-948B-1728B52AA6E4}">
                <adec:decorative xmlns:adec="http://schemas.microsoft.com/office/drawing/2017/decorative" val="1"/>
              </a:ext>
            </a:extLst>
          </p:cNvPr>
          <p:cNvSpPr/>
          <p:nvPr/>
        </p:nvSpPr>
        <p:spPr>
          <a:xfrm rot="10800000">
            <a:off x="5382000" y="6209640"/>
            <a:ext cx="6810120" cy="648360"/>
          </a:xfrm>
          <a:custGeom>
            <a:avLst/>
            <a:gdLst>
              <a:gd name="textAreaLeft" fmla="*/ 0 w 6810120"/>
              <a:gd name="textAreaRight" fmla="*/ 6810480 w 6810120"/>
              <a:gd name="textAreaTop" fmla="*/ 0 h 648360"/>
              <a:gd name="textAreaBottom" fmla="*/ 648720 h 648360"/>
            </a:gdLst>
            <a:ahLst/>
            <a:cxnLst/>
            <a:rect l="textAreaLeft" t="textAreaTop" r="textAreaRight" b="textAreaBottom"/>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203" name="Rectangle 9">
            <a:extLst>
              <a:ext uri="{C183D7F6-B498-43B3-948B-1728B52AA6E4}">
                <adec:decorative xmlns:adec="http://schemas.microsoft.com/office/drawing/2017/decorative" val="1"/>
              </a:ext>
            </a:extLst>
          </p:cNvPr>
          <p:cNvSpPr/>
          <p:nvPr/>
        </p:nvSpPr>
        <p:spPr>
          <a:xfrm>
            <a:off x="0" y="0"/>
            <a:ext cx="12191760" cy="6857640"/>
          </a:xfrm>
          <a:prstGeom prst="rect">
            <a:avLst/>
          </a:prstGeom>
          <a:ln w="12700">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204" name="Freeform: Shape 11">
            <a:extLst>
              <a:ext uri="{C183D7F6-B498-43B3-948B-1728B52AA6E4}">
                <adec:decorative xmlns:adec="http://schemas.microsoft.com/office/drawing/2017/decorative" val="1"/>
              </a:ext>
            </a:extLst>
          </p:cNvPr>
          <p:cNvSpPr/>
          <p:nvPr/>
        </p:nvSpPr>
        <p:spPr>
          <a:xfrm>
            <a:off x="0" y="0"/>
            <a:ext cx="12191760" cy="2083320"/>
          </a:xfrm>
          <a:custGeom>
            <a:avLst/>
            <a:gdLst>
              <a:gd name="textAreaLeft" fmla="*/ 0 w 12191760"/>
              <a:gd name="textAreaRight" fmla="*/ 12192120 w 12191760"/>
              <a:gd name="textAreaTop" fmla="*/ 0 h 2083320"/>
              <a:gd name="textAreaBottom" fmla="*/ 2083680 h 2083320"/>
            </a:gdLst>
            <a:ahLst/>
            <a:cxnLst/>
            <a:rect l="textAreaLeft" t="textAreaTop" r="textAreaRight" b="textAreaBottom"/>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205" name="PlaceHolder 1"/>
          <p:cNvSpPr>
            <a:spLocks noGrp="1"/>
          </p:cNvSpPr>
          <p:nvPr>
            <p:ph type="title"/>
          </p:nvPr>
        </p:nvSpPr>
        <p:spPr>
          <a:xfrm>
            <a:off x="828720" y="494280"/>
            <a:ext cx="10534320" cy="817200"/>
          </a:xfrm>
          <a:prstGeom prst="rect">
            <a:avLst/>
          </a:prstGeom>
          <a:noFill/>
          <a:ln w="0">
            <a:noFill/>
          </a:ln>
        </p:spPr>
        <p:txBody>
          <a:bodyPr lIns="91440" tIns="45720" rIns="91440" bIns="45720" anchor="b">
            <a:normAutofit/>
          </a:bodyPr>
          <a:lstStyle/>
          <a:p>
            <a:pPr indent="0" algn="ctr" defTabSz="914400">
              <a:lnSpc>
                <a:spcPct val="90000"/>
              </a:lnSpc>
              <a:buNone/>
            </a:pPr>
            <a:r>
              <a:rPr lang="en-US" sz="3600" b="0" strike="noStrike" spc="-1">
                <a:solidFill>
                  <a:schemeClr val="dk1"/>
                </a:solidFill>
                <a:latin typeface="Aptos Display"/>
              </a:rPr>
              <a:t>Unicorn Core Architecture</a:t>
            </a:r>
            <a:endParaRPr lang="en-US" sz="3600" b="0" strike="noStrike" spc="-1">
              <a:solidFill>
                <a:schemeClr val="dk1"/>
              </a:solidFill>
              <a:latin typeface="Aptos"/>
            </a:endParaRPr>
          </a:p>
        </p:txBody>
      </p:sp>
      <p:pic>
        <p:nvPicPr>
          <p:cNvPr id="206" name="Picture 4"/>
          <p:cNvPicPr/>
          <p:nvPr/>
        </p:nvPicPr>
        <p:blipFill>
          <a:blip r:embed="rId2"/>
          <a:stretch/>
        </p:blipFill>
        <p:spPr>
          <a:xfrm>
            <a:off x="0" y="2083680"/>
            <a:ext cx="12191760" cy="4773960"/>
          </a:xfrm>
          <a:prstGeom prst="rect">
            <a:avLst/>
          </a:prstGeom>
          <a:ln w="0">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207" name="Rectangle 9">
            <a:extLst>
              <a:ext uri="{C183D7F6-B498-43B3-948B-1728B52AA6E4}">
                <adec:decorative xmlns:adec="http://schemas.microsoft.com/office/drawing/2017/decorative" val="1"/>
              </a:ext>
            </a:extLst>
          </p:cNvPr>
          <p:cNvSpPr/>
          <p:nvPr/>
        </p:nvSpPr>
        <p:spPr>
          <a:xfrm>
            <a:off x="0" y="0"/>
            <a:ext cx="1218852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208" name="Freeform: Shape 11">
            <a:extLst>
              <a:ext uri="{C183D7F6-B498-43B3-948B-1728B52AA6E4}">
                <adec:decorative xmlns:adec="http://schemas.microsoft.com/office/drawing/2017/decorative" val="1"/>
              </a:ext>
            </a:extLst>
          </p:cNvPr>
          <p:cNvSpPr/>
          <p:nvPr/>
        </p:nvSpPr>
        <p:spPr>
          <a:xfrm flipH="1">
            <a:off x="0" y="0"/>
            <a:ext cx="5962320" cy="6857640"/>
          </a:xfrm>
          <a:custGeom>
            <a:avLst/>
            <a:gdLst>
              <a:gd name="textAreaLeft" fmla="*/ 360 w 5962320"/>
              <a:gd name="textAreaRight" fmla="*/ 5963040 w 5962320"/>
              <a:gd name="textAreaTop" fmla="*/ 0 h 6857640"/>
              <a:gd name="textAreaBottom" fmla="*/ 6858000 h 6857640"/>
            </a:gdLst>
            <a:ahLst/>
            <a:cxnLst/>
            <a:rect l="textAreaLeft" t="textAreaTop" r="textAreaRight" b="textAreaBottom"/>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ptos"/>
            </a:endParaRPr>
          </a:p>
        </p:txBody>
      </p:sp>
      <p:sp>
        <p:nvSpPr>
          <p:cNvPr id="209" name="PlaceHolder 1"/>
          <p:cNvSpPr>
            <a:spLocks noGrp="1"/>
          </p:cNvSpPr>
          <p:nvPr>
            <p:ph type="title"/>
          </p:nvPr>
        </p:nvSpPr>
        <p:spPr>
          <a:xfrm>
            <a:off x="643320" y="643320"/>
            <a:ext cx="4620240" cy="4566600"/>
          </a:xfrm>
          <a:prstGeom prst="rect">
            <a:avLst/>
          </a:prstGeom>
          <a:noFill/>
          <a:ln w="0">
            <a:noFill/>
          </a:ln>
        </p:spPr>
        <p:txBody>
          <a:bodyPr lIns="91440" tIns="45720" rIns="91440" bIns="45720" anchor="b">
            <a:normAutofit/>
          </a:bodyPr>
          <a:lstStyle/>
          <a:p>
            <a:pPr indent="0" defTabSz="914400">
              <a:lnSpc>
                <a:spcPct val="90000"/>
              </a:lnSpc>
              <a:buNone/>
            </a:pPr>
            <a:r>
              <a:rPr lang="en-US" sz="4400" b="0" strike="noStrike" spc="-1">
                <a:solidFill>
                  <a:schemeClr val="dk1"/>
                </a:solidFill>
                <a:latin typeface="Aptos Display"/>
              </a:rPr>
              <a:t>Unicorn API map</a:t>
            </a:r>
            <a:endParaRPr lang="en-US" sz="4400" b="0" strike="noStrike" spc="-1">
              <a:solidFill>
                <a:schemeClr val="dk1"/>
              </a:solidFill>
              <a:latin typeface="Aptos"/>
            </a:endParaRPr>
          </a:p>
        </p:txBody>
      </p:sp>
      <p:pic>
        <p:nvPicPr>
          <p:cNvPr id="210" name="Picture 4"/>
          <p:cNvPicPr/>
          <p:nvPr/>
        </p:nvPicPr>
        <p:blipFill>
          <a:blip r:embed="rId2"/>
          <a:stretch/>
        </p:blipFill>
        <p:spPr>
          <a:xfrm>
            <a:off x="6429240" y="0"/>
            <a:ext cx="5285880" cy="6855120"/>
          </a:xfrm>
          <a:prstGeom prst="rect">
            <a:avLst/>
          </a:prstGeom>
          <a:ln w="0">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211" name="Rectangle 9">
            <a:extLst>
              <a:ext uri="{C183D7F6-B498-43B3-948B-1728B52AA6E4}">
                <adec:decorative xmlns:adec="http://schemas.microsoft.com/office/drawing/2017/decorative" val="1"/>
              </a:ext>
            </a:extLst>
          </p:cNvPr>
          <p:cNvSpPr/>
          <p:nvPr/>
        </p:nvSpPr>
        <p:spPr>
          <a:xfrm>
            <a:off x="0" y="0"/>
            <a:ext cx="1218852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212" name="Freeform: Shape 11">
            <a:extLst>
              <a:ext uri="{C183D7F6-B498-43B3-948B-1728B52AA6E4}">
                <adec:decorative xmlns:adec="http://schemas.microsoft.com/office/drawing/2017/decorative" val="1"/>
              </a:ext>
            </a:extLst>
          </p:cNvPr>
          <p:cNvSpPr/>
          <p:nvPr/>
        </p:nvSpPr>
        <p:spPr>
          <a:xfrm flipH="1">
            <a:off x="0" y="0"/>
            <a:ext cx="5962320" cy="6857640"/>
          </a:xfrm>
          <a:custGeom>
            <a:avLst/>
            <a:gdLst>
              <a:gd name="textAreaLeft" fmla="*/ 360 w 5962320"/>
              <a:gd name="textAreaRight" fmla="*/ 5963040 w 5962320"/>
              <a:gd name="textAreaTop" fmla="*/ 0 h 6857640"/>
              <a:gd name="textAreaBottom" fmla="*/ 6858000 h 6857640"/>
            </a:gdLst>
            <a:ahLst/>
            <a:cxnLst/>
            <a:rect l="textAreaLeft" t="textAreaTop" r="textAreaRight" b="textAreaBottom"/>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ptos"/>
            </a:endParaRPr>
          </a:p>
        </p:txBody>
      </p:sp>
      <p:sp>
        <p:nvSpPr>
          <p:cNvPr id="213" name="PlaceHolder 1"/>
          <p:cNvSpPr>
            <a:spLocks noGrp="1"/>
          </p:cNvSpPr>
          <p:nvPr>
            <p:ph type="title"/>
          </p:nvPr>
        </p:nvSpPr>
        <p:spPr>
          <a:xfrm>
            <a:off x="643320" y="643320"/>
            <a:ext cx="4620240" cy="4566600"/>
          </a:xfrm>
          <a:prstGeom prst="rect">
            <a:avLst/>
          </a:prstGeom>
          <a:noFill/>
          <a:ln w="0">
            <a:noFill/>
          </a:ln>
        </p:spPr>
        <p:txBody>
          <a:bodyPr lIns="91440" tIns="45720" rIns="91440" bIns="45720" anchor="b">
            <a:normAutofit/>
          </a:bodyPr>
          <a:lstStyle/>
          <a:p>
            <a:pPr indent="0" defTabSz="914400">
              <a:lnSpc>
                <a:spcPct val="90000"/>
              </a:lnSpc>
              <a:buNone/>
            </a:pPr>
            <a:r>
              <a:rPr lang="en-US" sz="4400" b="0" strike="noStrike" spc="-1">
                <a:solidFill>
                  <a:schemeClr val="dk1"/>
                </a:solidFill>
                <a:latin typeface="Aptos Display"/>
              </a:rPr>
              <a:t>Emulation Workflow</a:t>
            </a:r>
            <a:endParaRPr lang="en-US" sz="4400" b="0" strike="noStrike" spc="-1">
              <a:solidFill>
                <a:schemeClr val="dk1"/>
              </a:solidFill>
              <a:latin typeface="Aptos"/>
            </a:endParaRPr>
          </a:p>
        </p:txBody>
      </p:sp>
      <p:pic>
        <p:nvPicPr>
          <p:cNvPr id="214" name="Picture 4"/>
          <p:cNvPicPr/>
          <p:nvPr/>
        </p:nvPicPr>
        <p:blipFill>
          <a:blip r:embed="rId2"/>
          <a:stretch/>
        </p:blipFill>
        <p:spPr>
          <a:xfrm>
            <a:off x="7153200" y="397800"/>
            <a:ext cx="3506400" cy="6061680"/>
          </a:xfrm>
          <a:prstGeom prst="rect">
            <a:avLst/>
          </a:prstGeom>
          <a:ln w="0">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AE625-4C8D-1C30-0710-9A5023014C0F}"/>
              </a:ext>
            </a:extLst>
          </p:cNvPr>
          <p:cNvSpPr>
            <a:spLocks noGrp="1"/>
          </p:cNvSpPr>
          <p:nvPr>
            <p:ph type="title"/>
          </p:nvPr>
        </p:nvSpPr>
        <p:spPr/>
        <p:txBody>
          <a:bodyPr/>
          <a:lstStyle/>
          <a:p>
            <a:r>
              <a:rPr lang="en-US" dirty="0"/>
              <a:t>Get your env ready !</a:t>
            </a:r>
          </a:p>
        </p:txBody>
      </p:sp>
      <p:sp>
        <p:nvSpPr>
          <p:cNvPr id="3" name="Content Placeholder 2">
            <a:extLst>
              <a:ext uri="{FF2B5EF4-FFF2-40B4-BE49-F238E27FC236}">
                <a16:creationId xmlns:a16="http://schemas.microsoft.com/office/drawing/2014/main" id="{D94C8245-437D-0640-CFB2-DA5FE342090E}"/>
              </a:ext>
            </a:extLst>
          </p:cNvPr>
          <p:cNvSpPr>
            <a:spLocks noGrp="1"/>
          </p:cNvSpPr>
          <p:nvPr>
            <p:ph/>
          </p:nvPr>
        </p:nvSpPr>
        <p:spPr/>
        <p:txBody>
          <a:bodyPr/>
          <a:lstStyle/>
          <a:p>
            <a:pPr marL="0" indent="0">
              <a:buNone/>
            </a:pPr>
            <a:endParaRPr lang="en-US" dirty="0"/>
          </a:p>
        </p:txBody>
      </p:sp>
    </p:spTree>
    <p:extLst>
      <p:ext uri="{BB962C8B-B14F-4D97-AF65-F5344CB8AC3E}">
        <p14:creationId xmlns:p14="http://schemas.microsoft.com/office/powerpoint/2010/main" val="26273724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a:solidFill>
                  <a:schemeClr val="dk1"/>
                </a:solidFill>
                <a:latin typeface="Aptos Display"/>
              </a:rPr>
              <a:t>Demo1: Hello Emulation</a:t>
            </a:r>
            <a:endParaRPr lang="en-US" sz="4400" b="0" strike="noStrike" spc="-1">
              <a:solidFill>
                <a:schemeClr val="dk1"/>
              </a:solidFill>
              <a:latin typeface="Aptos"/>
            </a:endParaRPr>
          </a:p>
        </p:txBody>
      </p:sp>
      <p:sp>
        <p:nvSpPr>
          <p:cNvPr id="216"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lstStyle/>
          <a:p>
            <a:pPr indent="0">
              <a:lnSpc>
                <a:spcPct val="90000"/>
              </a:lnSpc>
              <a:spcBef>
                <a:spcPts val="1417"/>
              </a:spcBef>
              <a:buNone/>
            </a:pPr>
            <a:endParaRPr lang="en-US" sz="2800" b="0" strike="noStrike" spc="-1">
              <a:solidFill>
                <a:schemeClr val="dk1"/>
              </a:solidFill>
              <a:latin typeface="Apto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a:solidFill>
                  <a:schemeClr val="dk1"/>
                </a:solidFill>
                <a:latin typeface="Aptos Display"/>
              </a:rPr>
              <a:t>Exercise 1: xor lab get your flag</a:t>
            </a:r>
            <a:endParaRPr lang="en-US" sz="4400" b="0" strike="noStrike" spc="-1">
              <a:solidFill>
                <a:schemeClr val="dk1"/>
              </a:solidFill>
              <a:latin typeface="Aptos"/>
            </a:endParaRPr>
          </a:p>
        </p:txBody>
      </p:sp>
      <p:sp>
        <p:nvSpPr>
          <p:cNvPr id="218"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lstStyle/>
          <a:p>
            <a:pPr marL="228600" indent="0" defTabSz="914400">
              <a:lnSpc>
                <a:spcPct val="90000"/>
              </a:lnSpc>
              <a:spcBef>
                <a:spcPts val="1001"/>
              </a:spcBef>
              <a:buNone/>
            </a:pPr>
            <a:endParaRPr lang="en-US" sz="2800" b="0" strike="noStrike" spc="-1">
              <a:solidFill>
                <a:schemeClr val="dk1"/>
              </a:solidFill>
              <a:latin typeface="Aptos"/>
            </a:endParaRPr>
          </a:p>
          <a:p>
            <a:pPr indent="0" defTabSz="914400">
              <a:lnSpc>
                <a:spcPct val="90000"/>
              </a:lnSpc>
              <a:spcBef>
                <a:spcPts val="1001"/>
              </a:spcBef>
              <a:buNone/>
            </a:pPr>
            <a:endParaRPr lang="en-US" sz="2800" b="0" strike="noStrike" spc="-1">
              <a:solidFill>
                <a:schemeClr val="dk1"/>
              </a:solidFill>
              <a:latin typeface="Apto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a:solidFill>
                  <a:schemeClr val="dk1"/>
                </a:solidFill>
                <a:latin typeface="Aptos Display"/>
              </a:rPr>
              <a:t>Real World implementation</a:t>
            </a:r>
            <a:endParaRPr lang="en-US" sz="4400" b="0" strike="noStrike" spc="-1">
              <a:solidFill>
                <a:schemeClr val="dk1"/>
              </a:solidFill>
              <a:latin typeface="Aptos"/>
            </a:endParaRPr>
          </a:p>
        </p:txBody>
      </p:sp>
      <p:sp>
        <p:nvSpPr>
          <p:cNvPr id="220"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Palo Alto Unit42 used this exact pattern to decode Hancitor malware C2 servers, they ran the attacker's own decode function inside Unicorn, read the plaintext output. No reimplementing the algorithm. No running the malware. Just emulating the function, they already wrote.</a:t>
            </a:r>
          </a:p>
          <a:p>
            <a:pPr indent="0" defTabSz="914400">
              <a:lnSpc>
                <a:spcPct val="90000"/>
              </a:lnSpc>
              <a:spcBef>
                <a:spcPts val="1001"/>
              </a:spcBef>
              <a:buNone/>
            </a:pPr>
            <a:endParaRPr lang="en-US" sz="2800" b="0" strike="noStrike" spc="-1">
              <a:solidFill>
                <a:schemeClr val="dk1"/>
              </a:solidFill>
              <a:latin typeface="Aptos"/>
            </a:endParaRPr>
          </a:p>
          <a:p>
            <a:pPr marL="228600" indent="-228600" defTabSz="914400">
              <a:lnSpc>
                <a:spcPct val="90000"/>
              </a:lnSpc>
              <a:spcBef>
                <a:spcPts val="1001"/>
              </a:spcBef>
              <a:buClr>
                <a:srgbClr val="000000"/>
              </a:buClr>
              <a:buFont typeface="Arial"/>
              <a:buChar char="•"/>
            </a:pPr>
            <a:r>
              <a:rPr lang="en-US" sz="2800" b="0" u="sng" strike="noStrike" spc="-1">
                <a:solidFill>
                  <a:schemeClr val="dk1"/>
                </a:solidFill>
                <a:uFillTx/>
                <a:latin typeface="Aptos"/>
                <a:hlinkClick r:id="rId2"/>
              </a:rPr>
              <a:t>Pythons and Unicorns and </a:t>
            </a:r>
            <a:r>
              <a:rPr lang="en-US" sz="2800" b="0" u="sng" strike="noStrike" spc="-1">
                <a:solidFill>
                  <a:schemeClr val="dk1"/>
                </a:solidFill>
                <a:uFillTx/>
                <a:latin typeface="Aptos"/>
                <a:hlinkClick r:id="rId2"/>
              </a:rPr>
              <a:t>Hancitor</a:t>
            </a:r>
            <a:r>
              <a:rPr lang="en-US" sz="2800" b="0" u="sng" strike="noStrike" spc="-1">
                <a:solidFill>
                  <a:schemeClr val="dk1"/>
                </a:solidFill>
                <a:uFillTx/>
                <a:latin typeface="Aptos"/>
                <a:hlinkClick r:id="rId2"/>
              </a:rPr>
              <a:t>…Oh My! Decoding Binaries Through Emulation</a:t>
            </a:r>
            <a:endParaRPr lang="en-US" sz="2800" b="0" strike="noStrike" spc="-1">
              <a:solidFill>
                <a:schemeClr val="dk1"/>
              </a:solidFill>
              <a:latin typeface="Apto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4697CDA-BDB7-4883-B48B-1D4EDB2F0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06F3F5-9BAA-D091-ADD9-092EB30E4381}"/>
              </a:ext>
            </a:extLst>
          </p:cNvPr>
          <p:cNvSpPr>
            <a:spLocks noGrp="1"/>
          </p:cNvSpPr>
          <p:nvPr>
            <p:ph type="title"/>
          </p:nvPr>
        </p:nvSpPr>
        <p:spPr>
          <a:xfrm>
            <a:off x="1629751" y="934327"/>
            <a:ext cx="8924392" cy="1058275"/>
          </a:xfrm>
        </p:spPr>
        <p:txBody>
          <a:bodyPr>
            <a:normAutofit/>
          </a:bodyPr>
          <a:lstStyle/>
          <a:p>
            <a:pPr algn="ctr"/>
            <a:r>
              <a:rPr lang="en-US" dirty="0"/>
              <a:t>What mental model to use ?</a:t>
            </a:r>
          </a:p>
        </p:txBody>
      </p:sp>
      <p:sp>
        <p:nvSpPr>
          <p:cNvPr id="10" name="Freeform: Shape 9">
            <a:extLst>
              <a:ext uri="{FF2B5EF4-FFF2-40B4-BE49-F238E27FC236}">
                <a16:creationId xmlns:a16="http://schemas.microsoft.com/office/drawing/2014/main" id="{6295B176-FA0E-4B6A-A190-5E2E82BEA5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93813" y="2337807"/>
            <a:ext cx="9604374" cy="3585866"/>
          </a:xfrm>
          <a:custGeom>
            <a:avLst/>
            <a:gdLst>
              <a:gd name="connsiteX0" fmla="*/ 0 w 9604374"/>
              <a:gd name="connsiteY0" fmla="*/ 0 h 3585866"/>
              <a:gd name="connsiteX1" fmla="*/ 9604374 w 9604374"/>
              <a:gd name="connsiteY1" fmla="*/ 0 h 3585866"/>
              <a:gd name="connsiteX2" fmla="*/ 9604374 w 9604374"/>
              <a:gd name="connsiteY2" fmla="*/ 3095088 h 3585866"/>
              <a:gd name="connsiteX3" fmla="*/ 9591455 w 9604374"/>
              <a:gd name="connsiteY3" fmla="*/ 3097044 h 3585866"/>
              <a:gd name="connsiteX4" fmla="*/ 9285147 w 9604374"/>
              <a:gd name="connsiteY4" fmla="*/ 3164182 h 3585866"/>
              <a:gd name="connsiteX5" fmla="*/ 9114078 w 9604374"/>
              <a:gd name="connsiteY5" fmla="*/ 3164299 h 3585866"/>
              <a:gd name="connsiteX6" fmla="*/ 8999665 w 9604374"/>
              <a:gd name="connsiteY6" fmla="*/ 3157864 h 3585866"/>
              <a:gd name="connsiteX7" fmla="*/ 8925240 w 9604374"/>
              <a:gd name="connsiteY7" fmla="*/ 3152135 h 3585866"/>
              <a:gd name="connsiteX8" fmla="*/ 8868257 w 9604374"/>
              <a:gd name="connsiteY8" fmla="*/ 3146819 h 3585866"/>
              <a:gd name="connsiteX9" fmla="*/ 8792363 w 9604374"/>
              <a:gd name="connsiteY9" fmla="*/ 3146856 h 3585866"/>
              <a:gd name="connsiteX10" fmla="*/ 8668399 w 9604374"/>
              <a:gd name="connsiteY10" fmla="*/ 3196893 h 3585866"/>
              <a:gd name="connsiteX11" fmla="*/ 8474043 w 9604374"/>
              <a:gd name="connsiteY11" fmla="*/ 3240734 h 3585866"/>
              <a:gd name="connsiteX12" fmla="*/ 8317555 w 9604374"/>
              <a:gd name="connsiteY12" fmla="*/ 3247156 h 3585866"/>
              <a:gd name="connsiteX13" fmla="*/ 8280111 w 9604374"/>
              <a:gd name="connsiteY13" fmla="*/ 3255812 h 3585866"/>
              <a:gd name="connsiteX14" fmla="*/ 8096088 w 9604374"/>
              <a:gd name="connsiteY14" fmla="*/ 3253903 h 3585866"/>
              <a:gd name="connsiteX15" fmla="*/ 7825642 w 9604374"/>
              <a:gd name="connsiteY15" fmla="*/ 3271628 h 3585866"/>
              <a:gd name="connsiteX16" fmla="*/ 7531820 w 9604374"/>
              <a:gd name="connsiteY16" fmla="*/ 3252671 h 3585866"/>
              <a:gd name="connsiteX17" fmla="*/ 7193751 w 9604374"/>
              <a:gd name="connsiteY17" fmla="*/ 3245192 h 3585866"/>
              <a:gd name="connsiteX18" fmla="*/ 6976768 w 9604374"/>
              <a:gd name="connsiteY18" fmla="*/ 3238559 h 3585866"/>
              <a:gd name="connsiteX19" fmla="*/ 6756462 w 9604374"/>
              <a:gd name="connsiteY19" fmla="*/ 3273268 h 3585866"/>
              <a:gd name="connsiteX20" fmla="*/ 6512214 w 9604374"/>
              <a:gd name="connsiteY20" fmla="*/ 3298845 h 3585866"/>
              <a:gd name="connsiteX21" fmla="*/ 6289569 w 9604374"/>
              <a:gd name="connsiteY21" fmla="*/ 3301118 h 3585866"/>
              <a:gd name="connsiteX22" fmla="*/ 6157816 w 9604374"/>
              <a:gd name="connsiteY22" fmla="*/ 3308643 h 3585866"/>
              <a:gd name="connsiteX23" fmla="*/ 6110062 w 9604374"/>
              <a:gd name="connsiteY23" fmla="*/ 3321185 h 3585866"/>
              <a:gd name="connsiteX24" fmla="*/ 6041832 w 9604374"/>
              <a:gd name="connsiteY24" fmla="*/ 3332190 h 3585866"/>
              <a:gd name="connsiteX25" fmla="*/ 5923195 w 9604374"/>
              <a:gd name="connsiteY25" fmla="*/ 3359104 h 3585866"/>
              <a:gd name="connsiteX26" fmla="*/ 5770972 w 9604374"/>
              <a:gd name="connsiteY26" fmla="*/ 3369893 h 3585866"/>
              <a:gd name="connsiteX27" fmla="*/ 5632583 w 9604374"/>
              <a:gd name="connsiteY27" fmla="*/ 3357730 h 3585866"/>
              <a:gd name="connsiteX28" fmla="*/ 5539996 w 9604374"/>
              <a:gd name="connsiteY28" fmla="*/ 3352890 h 3585866"/>
              <a:gd name="connsiteX29" fmla="*/ 5315460 w 9604374"/>
              <a:gd name="connsiteY29" fmla="*/ 3350411 h 3585866"/>
              <a:gd name="connsiteX30" fmla="*/ 5072455 w 9604374"/>
              <a:gd name="connsiteY30" fmla="*/ 3338147 h 3585866"/>
              <a:gd name="connsiteX31" fmla="*/ 5016364 w 9604374"/>
              <a:gd name="connsiteY31" fmla="*/ 3348937 h 3585866"/>
              <a:gd name="connsiteX32" fmla="*/ 4922276 w 9604374"/>
              <a:gd name="connsiteY32" fmla="*/ 3366515 h 3585866"/>
              <a:gd name="connsiteX33" fmla="*/ 4856444 w 9604374"/>
              <a:gd name="connsiteY33" fmla="*/ 3399463 h 3585866"/>
              <a:gd name="connsiteX34" fmla="*/ 4775993 w 9604374"/>
              <a:gd name="connsiteY34" fmla="*/ 3406312 h 3585866"/>
              <a:gd name="connsiteX35" fmla="*/ 4667320 w 9604374"/>
              <a:gd name="connsiteY35" fmla="*/ 3397926 h 3585866"/>
              <a:gd name="connsiteX36" fmla="*/ 4540268 w 9604374"/>
              <a:gd name="connsiteY36" fmla="*/ 3424464 h 3585866"/>
              <a:gd name="connsiteX37" fmla="*/ 4465491 w 9604374"/>
              <a:gd name="connsiteY37" fmla="*/ 3433154 h 3585866"/>
              <a:gd name="connsiteX38" fmla="*/ 4262864 w 9604374"/>
              <a:gd name="connsiteY38" fmla="*/ 3464075 h 3585866"/>
              <a:gd name="connsiteX39" fmla="*/ 4175005 w 9604374"/>
              <a:gd name="connsiteY39" fmla="*/ 3493545 h 3585866"/>
              <a:gd name="connsiteX40" fmla="*/ 4030100 w 9604374"/>
              <a:gd name="connsiteY40" fmla="*/ 3514212 h 3585866"/>
              <a:gd name="connsiteX41" fmla="*/ 3926631 w 9604374"/>
              <a:gd name="connsiteY41" fmla="*/ 3525304 h 3585866"/>
              <a:gd name="connsiteX42" fmla="*/ 3897306 w 9604374"/>
              <a:gd name="connsiteY42" fmla="*/ 3547095 h 3585866"/>
              <a:gd name="connsiteX43" fmla="*/ 3896886 w 9604374"/>
              <a:gd name="connsiteY43" fmla="*/ 3547500 h 3585866"/>
              <a:gd name="connsiteX44" fmla="*/ 3834004 w 9604374"/>
              <a:gd name="connsiteY44" fmla="*/ 3550510 h 3585866"/>
              <a:gd name="connsiteX45" fmla="*/ 3696227 w 9604374"/>
              <a:gd name="connsiteY45" fmla="*/ 3574175 h 3585866"/>
              <a:gd name="connsiteX46" fmla="*/ 3652821 w 9604374"/>
              <a:gd name="connsiteY46" fmla="*/ 3580368 h 3585866"/>
              <a:gd name="connsiteX47" fmla="*/ 3629691 w 9604374"/>
              <a:gd name="connsiteY47" fmla="*/ 3585866 h 3585866"/>
              <a:gd name="connsiteX48" fmla="*/ 3595018 w 9604374"/>
              <a:gd name="connsiteY48" fmla="*/ 3571623 h 3585866"/>
              <a:gd name="connsiteX49" fmla="*/ 3551656 w 9604374"/>
              <a:gd name="connsiteY49" fmla="*/ 3577800 h 3585866"/>
              <a:gd name="connsiteX50" fmla="*/ 3541558 w 9604374"/>
              <a:gd name="connsiteY50" fmla="*/ 3579797 h 3585866"/>
              <a:gd name="connsiteX51" fmla="*/ 3465708 w 9604374"/>
              <a:gd name="connsiteY51" fmla="*/ 3565931 h 3585866"/>
              <a:gd name="connsiteX52" fmla="*/ 3458313 w 9604374"/>
              <a:gd name="connsiteY52" fmla="*/ 3560366 h 3585866"/>
              <a:gd name="connsiteX53" fmla="*/ 3420278 w 9604374"/>
              <a:gd name="connsiteY53" fmla="*/ 3557947 h 3585866"/>
              <a:gd name="connsiteX54" fmla="*/ 3415952 w 9604374"/>
              <a:gd name="connsiteY54" fmla="*/ 3559424 h 3585866"/>
              <a:gd name="connsiteX55" fmla="*/ 3384432 w 9604374"/>
              <a:gd name="connsiteY55" fmla="*/ 3550905 h 3585866"/>
              <a:gd name="connsiteX56" fmla="*/ 3258039 w 9604374"/>
              <a:gd name="connsiteY56" fmla="*/ 3535884 h 3585866"/>
              <a:gd name="connsiteX57" fmla="*/ 3015008 w 9604374"/>
              <a:gd name="connsiteY57" fmla="*/ 3528000 h 3585866"/>
              <a:gd name="connsiteX58" fmla="*/ 2761910 w 9604374"/>
              <a:gd name="connsiteY58" fmla="*/ 3505496 h 3585866"/>
              <a:gd name="connsiteX59" fmla="*/ 2521923 w 9604374"/>
              <a:gd name="connsiteY59" fmla="*/ 3514208 h 3585866"/>
              <a:gd name="connsiteX60" fmla="*/ 2085894 w 9604374"/>
              <a:gd name="connsiteY60" fmla="*/ 3490122 h 3585866"/>
              <a:gd name="connsiteX61" fmla="*/ 1936305 w 9604374"/>
              <a:gd name="connsiteY61" fmla="*/ 3487966 h 3585866"/>
              <a:gd name="connsiteX62" fmla="*/ 1836080 w 9604374"/>
              <a:gd name="connsiteY62" fmla="*/ 3487150 h 3585866"/>
              <a:gd name="connsiteX63" fmla="*/ 1829133 w 9604374"/>
              <a:gd name="connsiteY63" fmla="*/ 3489437 h 3585866"/>
              <a:gd name="connsiteX64" fmla="*/ 1801140 w 9604374"/>
              <a:gd name="connsiteY64" fmla="*/ 3490787 h 3585866"/>
              <a:gd name="connsiteX65" fmla="*/ 1793476 w 9604374"/>
              <a:gd name="connsiteY65" fmla="*/ 3500921 h 3585866"/>
              <a:gd name="connsiteX66" fmla="*/ 1699923 w 9604374"/>
              <a:gd name="connsiteY66" fmla="*/ 3509706 h 3585866"/>
              <a:gd name="connsiteX67" fmla="*/ 1474760 w 9604374"/>
              <a:gd name="connsiteY67" fmla="*/ 3513685 h 3585866"/>
              <a:gd name="connsiteX68" fmla="*/ 1308130 w 9604374"/>
              <a:gd name="connsiteY68" fmla="*/ 3496703 h 3585866"/>
              <a:gd name="connsiteX69" fmla="*/ 1252381 w 9604374"/>
              <a:gd name="connsiteY69" fmla="*/ 3506093 h 3585866"/>
              <a:gd name="connsiteX70" fmla="*/ 1174550 w 9604374"/>
              <a:gd name="connsiteY70" fmla="*/ 3512642 h 3585866"/>
              <a:gd name="connsiteX71" fmla="*/ 924455 w 9604374"/>
              <a:gd name="connsiteY71" fmla="*/ 3507283 h 3585866"/>
              <a:gd name="connsiteX72" fmla="*/ 718373 w 9604374"/>
              <a:gd name="connsiteY72" fmla="*/ 3511753 h 3585866"/>
              <a:gd name="connsiteX73" fmla="*/ 600444 w 9604374"/>
              <a:gd name="connsiteY73" fmla="*/ 3520899 h 3585866"/>
              <a:gd name="connsiteX74" fmla="*/ 351173 w 9604374"/>
              <a:gd name="connsiteY74" fmla="*/ 3495843 h 3585866"/>
              <a:gd name="connsiteX75" fmla="*/ 108372 w 9604374"/>
              <a:gd name="connsiteY75" fmla="*/ 3484386 h 3585866"/>
              <a:gd name="connsiteX76" fmla="*/ 6467 w 9604374"/>
              <a:gd name="connsiteY76" fmla="*/ 3476532 h 3585866"/>
              <a:gd name="connsiteX77" fmla="*/ 0 w 9604374"/>
              <a:gd name="connsiteY77" fmla="*/ 3475412 h 3585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9604374" h="3585866">
                <a:moveTo>
                  <a:pt x="0" y="0"/>
                </a:moveTo>
                <a:lnTo>
                  <a:pt x="9604374" y="0"/>
                </a:lnTo>
                <a:lnTo>
                  <a:pt x="9604374" y="3095088"/>
                </a:lnTo>
                <a:lnTo>
                  <a:pt x="9591455" y="3097044"/>
                </a:lnTo>
                <a:cubicBezTo>
                  <a:pt x="9496183" y="3133516"/>
                  <a:pt x="9411472" y="3121301"/>
                  <a:pt x="9285147" y="3164182"/>
                </a:cubicBezTo>
                <a:cubicBezTo>
                  <a:pt x="9222914" y="3162781"/>
                  <a:pt x="9174371" y="3173454"/>
                  <a:pt x="9114078" y="3164299"/>
                </a:cubicBezTo>
                <a:cubicBezTo>
                  <a:pt x="9087411" y="3155904"/>
                  <a:pt x="9030947" y="3180906"/>
                  <a:pt x="8999665" y="3157864"/>
                </a:cubicBezTo>
                <a:cubicBezTo>
                  <a:pt x="8997339" y="3174606"/>
                  <a:pt x="8938300" y="3159909"/>
                  <a:pt x="8925240" y="3152135"/>
                </a:cubicBezTo>
                <a:cubicBezTo>
                  <a:pt x="8910091" y="3159441"/>
                  <a:pt x="8884639" y="3146109"/>
                  <a:pt x="8868257" y="3146819"/>
                </a:cubicBezTo>
                <a:cubicBezTo>
                  <a:pt x="8835852" y="3110204"/>
                  <a:pt x="8832251" y="3167659"/>
                  <a:pt x="8792363" y="3146856"/>
                </a:cubicBezTo>
                <a:cubicBezTo>
                  <a:pt x="8774838" y="3159285"/>
                  <a:pt x="8715420" y="3185652"/>
                  <a:pt x="8668399" y="3196893"/>
                </a:cubicBezTo>
                <a:cubicBezTo>
                  <a:pt x="8575902" y="3221445"/>
                  <a:pt x="8569506" y="3250654"/>
                  <a:pt x="8474043" y="3240734"/>
                </a:cubicBezTo>
                <a:cubicBezTo>
                  <a:pt x="8460613" y="3264436"/>
                  <a:pt x="8297088" y="3204738"/>
                  <a:pt x="8317555" y="3247156"/>
                </a:cubicBezTo>
                <a:cubicBezTo>
                  <a:pt x="8285696" y="3245083"/>
                  <a:pt x="8262352" y="3228203"/>
                  <a:pt x="8280111" y="3255812"/>
                </a:cubicBezTo>
                <a:lnTo>
                  <a:pt x="8096088" y="3253903"/>
                </a:lnTo>
                <a:cubicBezTo>
                  <a:pt x="7994084" y="3261603"/>
                  <a:pt x="7930388" y="3281921"/>
                  <a:pt x="7825642" y="3271628"/>
                </a:cubicBezTo>
                <a:cubicBezTo>
                  <a:pt x="7723046" y="3270395"/>
                  <a:pt x="7671282" y="3252297"/>
                  <a:pt x="7531820" y="3252671"/>
                </a:cubicBezTo>
                <a:cubicBezTo>
                  <a:pt x="7433606" y="3250277"/>
                  <a:pt x="7293100" y="3236234"/>
                  <a:pt x="7193751" y="3245192"/>
                </a:cubicBezTo>
                <a:cubicBezTo>
                  <a:pt x="7074822" y="3223769"/>
                  <a:pt x="7104250" y="3250265"/>
                  <a:pt x="6976768" y="3238559"/>
                </a:cubicBezTo>
                <a:cubicBezTo>
                  <a:pt x="6921032" y="3284865"/>
                  <a:pt x="6823818" y="3261794"/>
                  <a:pt x="6756462" y="3273268"/>
                </a:cubicBezTo>
                <a:cubicBezTo>
                  <a:pt x="6679037" y="3283316"/>
                  <a:pt x="6590030" y="3294204"/>
                  <a:pt x="6512214" y="3298845"/>
                </a:cubicBezTo>
                <a:cubicBezTo>
                  <a:pt x="6450581" y="3277980"/>
                  <a:pt x="6366042" y="3329199"/>
                  <a:pt x="6289569" y="3301118"/>
                </a:cubicBezTo>
                <a:cubicBezTo>
                  <a:pt x="6261432" y="3294355"/>
                  <a:pt x="6174310" y="3295209"/>
                  <a:pt x="6157816" y="3308643"/>
                </a:cubicBezTo>
                <a:cubicBezTo>
                  <a:pt x="6139648" y="3311557"/>
                  <a:pt x="6118459" y="3306799"/>
                  <a:pt x="6110062" y="3321185"/>
                </a:cubicBezTo>
                <a:cubicBezTo>
                  <a:pt x="6096189" y="3338498"/>
                  <a:pt x="6032810" y="3311765"/>
                  <a:pt x="6041832" y="3332190"/>
                </a:cubicBezTo>
                <a:cubicBezTo>
                  <a:pt x="5996830" y="3313871"/>
                  <a:pt x="5961033" y="3350141"/>
                  <a:pt x="5923195" y="3359104"/>
                </a:cubicBezTo>
                <a:cubicBezTo>
                  <a:pt x="5887750" y="3340930"/>
                  <a:pt x="5853570" y="3365323"/>
                  <a:pt x="5770972" y="3369893"/>
                </a:cubicBezTo>
                <a:cubicBezTo>
                  <a:pt x="5731993" y="3348876"/>
                  <a:pt x="5705091" y="3385599"/>
                  <a:pt x="5632583" y="3357730"/>
                </a:cubicBezTo>
                <a:cubicBezTo>
                  <a:pt x="5594087" y="3357562"/>
                  <a:pt x="5606154" y="3357443"/>
                  <a:pt x="5539996" y="3352890"/>
                </a:cubicBezTo>
                <a:cubicBezTo>
                  <a:pt x="5439049" y="3348000"/>
                  <a:pt x="5408459" y="3356166"/>
                  <a:pt x="5315460" y="3350411"/>
                </a:cubicBezTo>
                <a:cubicBezTo>
                  <a:pt x="5211119" y="3348356"/>
                  <a:pt x="5208881" y="3372469"/>
                  <a:pt x="5072455" y="3338147"/>
                </a:cubicBezTo>
                <a:cubicBezTo>
                  <a:pt x="5061717" y="3354508"/>
                  <a:pt x="5045493" y="3355753"/>
                  <a:pt x="5016364" y="3348937"/>
                </a:cubicBezTo>
                <a:cubicBezTo>
                  <a:pt x="4965900" y="3349130"/>
                  <a:pt x="4977835" y="3389131"/>
                  <a:pt x="4922276" y="3366515"/>
                </a:cubicBezTo>
                <a:cubicBezTo>
                  <a:pt x="4935702" y="3387794"/>
                  <a:pt x="4828733" y="3377760"/>
                  <a:pt x="4856444" y="3399463"/>
                </a:cubicBezTo>
                <a:cubicBezTo>
                  <a:pt x="4827698" y="3420094"/>
                  <a:pt x="4805019" y="3388256"/>
                  <a:pt x="4775993" y="3406312"/>
                </a:cubicBezTo>
                <a:cubicBezTo>
                  <a:pt x="4744470" y="3406056"/>
                  <a:pt x="4706605" y="3394901"/>
                  <a:pt x="4667320" y="3397926"/>
                </a:cubicBezTo>
                <a:cubicBezTo>
                  <a:pt x="4613435" y="3387476"/>
                  <a:pt x="4608100" y="3410487"/>
                  <a:pt x="4540268" y="3424464"/>
                </a:cubicBezTo>
                <a:cubicBezTo>
                  <a:pt x="4508279" y="3412969"/>
                  <a:pt x="4485989" y="3420063"/>
                  <a:pt x="4465491" y="3433154"/>
                </a:cubicBezTo>
                <a:cubicBezTo>
                  <a:pt x="4396498" y="3432601"/>
                  <a:pt x="4338078" y="3453569"/>
                  <a:pt x="4262864" y="3464075"/>
                </a:cubicBezTo>
                <a:cubicBezTo>
                  <a:pt x="4180249" y="3483394"/>
                  <a:pt x="4225769" y="3479019"/>
                  <a:pt x="4175005" y="3493545"/>
                </a:cubicBezTo>
                <a:lnTo>
                  <a:pt x="4030100" y="3514212"/>
                </a:lnTo>
                <a:lnTo>
                  <a:pt x="3926631" y="3525304"/>
                </a:lnTo>
                <a:lnTo>
                  <a:pt x="3897306" y="3547095"/>
                </a:lnTo>
                <a:lnTo>
                  <a:pt x="3896886" y="3547500"/>
                </a:lnTo>
                <a:lnTo>
                  <a:pt x="3834004" y="3550510"/>
                </a:lnTo>
                <a:cubicBezTo>
                  <a:pt x="3800562" y="3554957"/>
                  <a:pt x="3734185" y="3568533"/>
                  <a:pt x="3696227" y="3574175"/>
                </a:cubicBezTo>
                <a:cubicBezTo>
                  <a:pt x="3661780" y="3570074"/>
                  <a:pt x="3640587" y="3551815"/>
                  <a:pt x="3652821" y="3580368"/>
                </a:cubicBezTo>
                <a:cubicBezTo>
                  <a:pt x="3641506" y="3579831"/>
                  <a:pt x="3634593" y="3582151"/>
                  <a:pt x="3629691" y="3585866"/>
                </a:cubicBezTo>
                <a:lnTo>
                  <a:pt x="3595018" y="3571623"/>
                </a:lnTo>
                <a:lnTo>
                  <a:pt x="3551656" y="3577800"/>
                </a:lnTo>
                <a:lnTo>
                  <a:pt x="3541558" y="3579797"/>
                </a:lnTo>
                <a:lnTo>
                  <a:pt x="3465708" y="3565931"/>
                </a:lnTo>
                <a:lnTo>
                  <a:pt x="3458313" y="3560366"/>
                </a:lnTo>
                <a:cubicBezTo>
                  <a:pt x="3450380" y="3556940"/>
                  <a:pt x="3439090" y="3555355"/>
                  <a:pt x="3420278" y="3557947"/>
                </a:cubicBezTo>
                <a:lnTo>
                  <a:pt x="3415952" y="3559424"/>
                </a:lnTo>
                <a:lnTo>
                  <a:pt x="3384432" y="3550905"/>
                </a:lnTo>
                <a:cubicBezTo>
                  <a:pt x="3374259" y="3547029"/>
                  <a:pt x="3265415" y="3542149"/>
                  <a:pt x="3258039" y="3535884"/>
                </a:cubicBezTo>
                <a:cubicBezTo>
                  <a:pt x="3138852" y="3551394"/>
                  <a:pt x="3130647" y="3523871"/>
                  <a:pt x="3015008" y="3528000"/>
                </a:cubicBezTo>
                <a:cubicBezTo>
                  <a:pt x="2914857" y="3486061"/>
                  <a:pt x="2851687" y="3511605"/>
                  <a:pt x="2761910" y="3505496"/>
                </a:cubicBezTo>
                <a:cubicBezTo>
                  <a:pt x="2676401" y="3501198"/>
                  <a:pt x="2636809" y="3514769"/>
                  <a:pt x="2521923" y="3514208"/>
                </a:cubicBezTo>
                <a:cubicBezTo>
                  <a:pt x="2400197" y="3505062"/>
                  <a:pt x="2222818" y="3509922"/>
                  <a:pt x="2085894" y="3490122"/>
                </a:cubicBezTo>
                <a:cubicBezTo>
                  <a:pt x="1978312" y="3483748"/>
                  <a:pt x="1977940" y="3488460"/>
                  <a:pt x="1936305" y="3487966"/>
                </a:cubicBezTo>
                <a:cubicBezTo>
                  <a:pt x="1922459" y="3490683"/>
                  <a:pt x="1849334" y="3482739"/>
                  <a:pt x="1836080" y="3487150"/>
                </a:cubicBezTo>
                <a:lnTo>
                  <a:pt x="1829133" y="3489437"/>
                </a:lnTo>
                <a:lnTo>
                  <a:pt x="1801140" y="3490787"/>
                </a:lnTo>
                <a:lnTo>
                  <a:pt x="1793476" y="3500921"/>
                </a:lnTo>
                <a:lnTo>
                  <a:pt x="1699923" y="3509706"/>
                </a:lnTo>
                <a:cubicBezTo>
                  <a:pt x="1637728" y="3485036"/>
                  <a:pt x="1584624" y="3514467"/>
                  <a:pt x="1474760" y="3513685"/>
                </a:cubicBezTo>
                <a:cubicBezTo>
                  <a:pt x="1445646" y="3505164"/>
                  <a:pt x="1329781" y="3484421"/>
                  <a:pt x="1308130" y="3496703"/>
                </a:cubicBezTo>
                <a:cubicBezTo>
                  <a:pt x="1287409" y="3498430"/>
                  <a:pt x="1265391" y="3492347"/>
                  <a:pt x="1252381" y="3506093"/>
                </a:cubicBezTo>
                <a:cubicBezTo>
                  <a:pt x="1232588" y="3522393"/>
                  <a:pt x="1170020" y="3491785"/>
                  <a:pt x="1174550" y="3512642"/>
                </a:cubicBezTo>
                <a:cubicBezTo>
                  <a:pt x="1119896" y="3512841"/>
                  <a:pt x="1000484" y="3507431"/>
                  <a:pt x="924455" y="3507283"/>
                </a:cubicBezTo>
                <a:cubicBezTo>
                  <a:pt x="887180" y="3483915"/>
                  <a:pt x="777361" y="3516071"/>
                  <a:pt x="718373" y="3511753"/>
                </a:cubicBezTo>
                <a:cubicBezTo>
                  <a:pt x="666588" y="3513355"/>
                  <a:pt x="661645" y="3525551"/>
                  <a:pt x="600444" y="3520899"/>
                </a:cubicBezTo>
                <a:cubicBezTo>
                  <a:pt x="491334" y="3516943"/>
                  <a:pt x="451794" y="3507522"/>
                  <a:pt x="351173" y="3495843"/>
                </a:cubicBezTo>
                <a:cubicBezTo>
                  <a:pt x="237121" y="3487112"/>
                  <a:pt x="235857" y="3499212"/>
                  <a:pt x="108372" y="3484386"/>
                </a:cubicBezTo>
                <a:cubicBezTo>
                  <a:pt x="86318" y="3481054"/>
                  <a:pt x="40657" y="3480329"/>
                  <a:pt x="6467" y="3476532"/>
                </a:cubicBezTo>
                <a:lnTo>
                  <a:pt x="0" y="3475412"/>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Rectangle 6">
            <a:extLst>
              <a:ext uri="{FF2B5EF4-FFF2-40B4-BE49-F238E27FC236}">
                <a16:creationId xmlns:a16="http://schemas.microsoft.com/office/drawing/2014/main" id="{48F779DE-4744-42D6-9C74-33EC94460C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1727" y="2190741"/>
            <a:ext cx="1348547" cy="40780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AFADC79-C2E1-387E-9DC3-E6EE87DB3E1D}"/>
              </a:ext>
            </a:extLst>
          </p:cNvPr>
          <p:cNvSpPr>
            <a:spLocks noGrp="1"/>
          </p:cNvSpPr>
          <p:nvPr>
            <p:ph/>
          </p:nvPr>
        </p:nvSpPr>
        <p:spPr>
          <a:xfrm>
            <a:off x="1941207" y="2752316"/>
            <a:ext cx="8309586" cy="2756848"/>
          </a:xfrm>
        </p:spPr>
        <p:txBody>
          <a:bodyPr>
            <a:normAutofit/>
          </a:bodyPr>
          <a:lstStyle/>
          <a:p>
            <a:pPr>
              <a:spcAft>
                <a:spcPts val="600"/>
              </a:spcAft>
            </a:pPr>
            <a:r>
              <a:rPr lang="en-US" sz="2000" spc="-1" dirty="0">
                <a:latin typeface="Arial"/>
              </a:rPr>
              <a:t>Emulation is great when I want to execute a specific function and observe what it does.</a:t>
            </a:r>
          </a:p>
          <a:p>
            <a:pPr>
              <a:spcAft>
                <a:spcPts val="600"/>
              </a:spcAft>
            </a:pPr>
            <a:r>
              <a:rPr lang="en-US" sz="2000" spc="-1" dirty="0">
                <a:latin typeface="Arial"/>
              </a:rPr>
              <a:t>But sometimes running the code is not enough. I may understand the validation logic, yet I still do not know which input satisfies it.</a:t>
            </a:r>
          </a:p>
          <a:p>
            <a:pPr>
              <a:spcAft>
                <a:spcPts val="600"/>
              </a:spcAft>
            </a:pPr>
            <a:r>
              <a:rPr lang="en-US" sz="2000" spc="-1" dirty="0">
                <a:latin typeface="Arial"/>
              </a:rPr>
              <a:t>So now the question changes again: not “what does this code do?” but “what input makes this code succeed?”</a:t>
            </a:r>
          </a:p>
          <a:p>
            <a:pPr>
              <a:spcAft>
                <a:spcPts val="600"/>
              </a:spcAft>
            </a:pPr>
            <a:endParaRPr lang="en-US" sz="2000" dirty="0"/>
          </a:p>
        </p:txBody>
      </p:sp>
    </p:spTree>
    <p:extLst>
      <p:ext uri="{BB962C8B-B14F-4D97-AF65-F5344CB8AC3E}">
        <p14:creationId xmlns:p14="http://schemas.microsoft.com/office/powerpoint/2010/main" val="32400639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224" name="Rectangle 9">
            <a:extLst>
              <a:ext uri="{C183D7F6-B498-43B3-948B-1728B52AA6E4}">
                <adec:decorative xmlns:adec="http://schemas.microsoft.com/office/drawing/2017/decorative" val="1"/>
              </a:ext>
            </a:extLst>
          </p:cNvPr>
          <p:cNvSpPr/>
          <p:nvPr/>
        </p:nvSpPr>
        <p:spPr>
          <a:xfrm>
            <a:off x="0" y="0"/>
            <a:ext cx="1218852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225" name="Freeform: Shape 11">
            <a:extLst>
              <a:ext uri="{C183D7F6-B498-43B3-948B-1728B52AA6E4}">
                <adec:decorative xmlns:adec="http://schemas.microsoft.com/office/drawing/2017/decorative" val="1"/>
              </a:ext>
            </a:extLst>
          </p:cNvPr>
          <p:cNvSpPr/>
          <p:nvPr/>
        </p:nvSpPr>
        <p:spPr>
          <a:xfrm flipH="1">
            <a:off x="0" y="0"/>
            <a:ext cx="5962320" cy="6857640"/>
          </a:xfrm>
          <a:custGeom>
            <a:avLst/>
            <a:gdLst>
              <a:gd name="textAreaLeft" fmla="*/ 360 w 5962320"/>
              <a:gd name="textAreaRight" fmla="*/ 5963040 w 5962320"/>
              <a:gd name="textAreaTop" fmla="*/ 0 h 6857640"/>
              <a:gd name="textAreaBottom" fmla="*/ 6858000 h 6857640"/>
            </a:gdLst>
            <a:ahLst/>
            <a:cxnLst/>
            <a:rect l="textAreaLeft" t="textAreaTop" r="textAreaRight" b="textAreaBottom"/>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solidFill>
              <a:latin typeface="Aptos"/>
            </a:endParaRPr>
          </a:p>
        </p:txBody>
      </p:sp>
      <p:sp>
        <p:nvSpPr>
          <p:cNvPr id="226" name="PlaceHolder 1"/>
          <p:cNvSpPr>
            <a:spLocks noGrp="1"/>
          </p:cNvSpPr>
          <p:nvPr>
            <p:ph type="title"/>
          </p:nvPr>
        </p:nvSpPr>
        <p:spPr>
          <a:xfrm>
            <a:off x="838080" y="643320"/>
            <a:ext cx="3888000" cy="1800000"/>
          </a:xfrm>
          <a:prstGeom prst="rect">
            <a:avLst/>
          </a:prstGeom>
          <a:noFill/>
          <a:ln w="0">
            <a:noFill/>
          </a:ln>
        </p:spPr>
        <p:txBody>
          <a:bodyPr lIns="91440" tIns="45720" rIns="91440" bIns="45720" anchor="ctr">
            <a:normAutofit/>
          </a:bodyPr>
          <a:lstStyle/>
          <a:p>
            <a:pPr indent="0" defTabSz="914400">
              <a:lnSpc>
                <a:spcPct val="90000"/>
              </a:lnSpc>
              <a:buNone/>
            </a:pPr>
            <a:r>
              <a:rPr lang="en-US" sz="4100" b="0" strike="noStrike" spc="-1">
                <a:solidFill>
                  <a:schemeClr val="dk1"/>
                </a:solidFill>
                <a:latin typeface="Aptos Display"/>
              </a:rPr>
              <a:t>A binary can be seen in three ways</a:t>
            </a:r>
            <a:endParaRPr lang="en-US" sz="4100" b="0" strike="noStrike" spc="-1">
              <a:solidFill>
                <a:schemeClr val="dk1"/>
              </a:solidFill>
              <a:latin typeface="Aptos"/>
            </a:endParaRPr>
          </a:p>
        </p:txBody>
      </p:sp>
      <p:sp>
        <p:nvSpPr>
          <p:cNvPr id="227" name="PlaceHolder 2"/>
          <p:cNvSpPr>
            <a:spLocks noGrp="1"/>
          </p:cNvSpPr>
          <p:nvPr>
            <p:ph/>
          </p:nvPr>
        </p:nvSpPr>
        <p:spPr>
          <a:xfrm>
            <a:off x="138600" y="2623320"/>
            <a:ext cx="4587840" cy="355320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en-US" sz="2000" b="0" strike="noStrike" spc="-1">
                <a:solidFill>
                  <a:schemeClr val="dk1"/>
                </a:solidFill>
                <a:latin typeface="Aptos"/>
              </a:rPr>
              <a:t>Reverse engineering concept diagram:</a:t>
            </a:r>
          </a:p>
          <a:p>
            <a:pPr marL="685800" lvl="1" indent="-228600" defTabSz="914400">
              <a:lnSpc>
                <a:spcPct val="90000"/>
              </a:lnSpc>
              <a:spcBef>
                <a:spcPts val="499"/>
              </a:spcBef>
              <a:buClr>
                <a:srgbClr val="000000"/>
              </a:buClr>
              <a:buFont typeface="Arial"/>
              <a:buChar char="•"/>
            </a:pPr>
            <a:r>
              <a:rPr lang="en-US" sz="2000" b="0" strike="noStrike" spc="-1">
                <a:solidFill>
                  <a:schemeClr val="dk1"/>
                </a:solidFill>
                <a:latin typeface="Aptos"/>
              </a:rPr>
              <a:t>Static analysis</a:t>
            </a:r>
          </a:p>
          <a:p>
            <a:pPr marL="685800" lvl="1" indent="-228600" defTabSz="914400">
              <a:lnSpc>
                <a:spcPct val="90000"/>
              </a:lnSpc>
              <a:spcBef>
                <a:spcPts val="499"/>
              </a:spcBef>
              <a:buClr>
                <a:srgbClr val="000000"/>
              </a:buClr>
              <a:buFont typeface="Arial"/>
              <a:buChar char="•"/>
            </a:pPr>
            <a:r>
              <a:rPr lang="en-US" sz="2000" b="0" strike="noStrike" spc="-1">
                <a:solidFill>
                  <a:schemeClr val="dk1"/>
                </a:solidFill>
                <a:latin typeface="Aptos"/>
              </a:rPr>
              <a:t>Symbolic execution (in-between)</a:t>
            </a:r>
          </a:p>
          <a:p>
            <a:pPr marL="685800" lvl="1" indent="-228600" defTabSz="914400">
              <a:lnSpc>
                <a:spcPct val="90000"/>
              </a:lnSpc>
              <a:spcBef>
                <a:spcPts val="499"/>
              </a:spcBef>
              <a:buClr>
                <a:srgbClr val="000000"/>
              </a:buClr>
              <a:buFont typeface="Arial"/>
              <a:buChar char="•"/>
            </a:pPr>
            <a:r>
              <a:rPr lang="en-US" sz="2000" b="0" strike="noStrike" spc="-1">
                <a:solidFill>
                  <a:schemeClr val="dk1"/>
                </a:solidFill>
                <a:latin typeface="Aptos"/>
              </a:rPr>
              <a:t>Dynamic analysis</a:t>
            </a:r>
          </a:p>
        </p:txBody>
      </p:sp>
      <p:pic>
        <p:nvPicPr>
          <p:cNvPr id="228" name="Picture 4" descr="A diagram of a business&#10;&#10;AI-generated content may be incorrect."/>
          <p:cNvPicPr/>
          <p:nvPr/>
        </p:nvPicPr>
        <p:blipFill>
          <a:blip r:embed="rId2"/>
          <a:stretch/>
        </p:blipFill>
        <p:spPr>
          <a:xfrm>
            <a:off x="5962680" y="981000"/>
            <a:ext cx="6090120" cy="3447720"/>
          </a:xfrm>
          <a:prstGeom prst="rect">
            <a:avLst/>
          </a:prstGeom>
          <a:ln w="0">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a:solidFill>
                  <a:schemeClr val="dk1"/>
                </a:solidFill>
                <a:latin typeface="Aptos Display"/>
              </a:rPr>
              <a:t>Symbolic Execution</a:t>
            </a:r>
            <a:endParaRPr lang="en-US" sz="4400" b="0" strike="noStrike" spc="-1">
              <a:solidFill>
                <a:schemeClr val="dk1"/>
              </a:solidFill>
              <a:latin typeface="Aptos"/>
            </a:endParaRPr>
          </a:p>
        </p:txBody>
      </p:sp>
      <p:sp>
        <p:nvSpPr>
          <p:cNvPr id="230"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A program analysis technique used to explore multiple execution paths of a program simultaneously</a:t>
            </a: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Unlike normal execution, which runs the program with specific inputs, symbolic execution treats inputs as symbolic variables rather than concrete values</a:t>
            </a:r>
          </a:p>
        </p:txBody>
      </p:sp>
      <p:pic>
        <p:nvPicPr>
          <p:cNvPr id="231" name="Picture 4" descr="A diagram of a binary system&#10;&#10;AI-generated content may be incorrect."/>
          <p:cNvPicPr/>
          <p:nvPr/>
        </p:nvPicPr>
        <p:blipFill>
          <a:blip r:embed="rId2"/>
          <a:stretch/>
        </p:blipFill>
        <p:spPr>
          <a:xfrm>
            <a:off x="5715000" y="3966120"/>
            <a:ext cx="5104800" cy="2663280"/>
          </a:xfrm>
          <a:prstGeom prst="rect">
            <a:avLst/>
          </a:prstGeom>
          <a:ln w="0">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1" name="Rectangle 240">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Freeform: Shape 242">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4" name="PlaceHolder 1"/>
          <p:cNvSpPr>
            <a:spLocks noGrp="1"/>
          </p:cNvSpPr>
          <p:nvPr>
            <p:ph type="title"/>
          </p:nvPr>
        </p:nvSpPr>
        <p:spPr>
          <a:xfrm>
            <a:off x="1137034" y="609597"/>
            <a:ext cx="9392421" cy="1330841"/>
          </a:xfrm>
          <a:prstGeom prst="rect">
            <a:avLst/>
          </a:prstGeom>
        </p:spPr>
        <p:txBody>
          <a:bodyPr lIns="91440" tIns="45720" rIns="91440" bIns="45720">
            <a:normAutofit/>
          </a:bodyPr>
          <a:lstStyle/>
          <a:p>
            <a:pPr indent="0" defTabSz="914400">
              <a:buNone/>
            </a:pPr>
            <a:r>
              <a:rPr lang="en-US" b="0" strike="noStrike" spc="-1">
                <a:latin typeface="Aptos Display"/>
              </a:rPr>
              <a:t>Example 1 (Branching)</a:t>
            </a:r>
            <a:endParaRPr lang="en-US" b="0" strike="noStrike" spc="-1">
              <a:latin typeface="Aptos"/>
            </a:endParaRPr>
          </a:p>
        </p:txBody>
      </p:sp>
      <p:sp>
        <p:nvSpPr>
          <p:cNvPr id="235" name="PlaceHolder 2"/>
          <p:cNvSpPr>
            <a:spLocks noGrp="1"/>
          </p:cNvSpPr>
          <p:nvPr>
            <p:ph/>
          </p:nvPr>
        </p:nvSpPr>
        <p:spPr>
          <a:xfrm>
            <a:off x="1137034" y="2198362"/>
            <a:ext cx="4958966" cy="3917773"/>
          </a:xfrm>
          <a:prstGeom prst="rect">
            <a:avLst/>
          </a:prstGeom>
        </p:spPr>
        <p:txBody>
          <a:bodyPr lIns="91440" tIns="45720" rIns="91440" bIns="45720">
            <a:normAutofit/>
          </a:bodyPr>
          <a:lstStyle/>
          <a:p>
            <a:pPr indent="0" defTabSz="914400">
              <a:spcBef>
                <a:spcPts val="1001"/>
              </a:spcBef>
              <a:buNone/>
            </a:pPr>
            <a:endParaRPr lang="en-US" sz="2000" b="0" strike="noStrike" spc="-1">
              <a:latin typeface="Aptos"/>
            </a:endParaRPr>
          </a:p>
          <a:p>
            <a:pPr indent="0" defTabSz="914400">
              <a:spcBef>
                <a:spcPts val="1001"/>
              </a:spcBef>
              <a:buNone/>
            </a:pPr>
            <a:endParaRPr lang="en-US" sz="2000" b="0" strike="noStrike" spc="-1">
              <a:latin typeface="Aptos"/>
            </a:endParaRPr>
          </a:p>
          <a:p>
            <a:pPr indent="0" defTabSz="914400">
              <a:spcBef>
                <a:spcPts val="1001"/>
              </a:spcBef>
              <a:buNone/>
            </a:pPr>
            <a:endParaRPr lang="en-US" sz="2000" b="0" strike="noStrike" spc="-1">
              <a:latin typeface="Aptos"/>
            </a:endParaRPr>
          </a:p>
          <a:p>
            <a:pPr indent="0" defTabSz="914400">
              <a:spcBef>
                <a:spcPts val="1001"/>
              </a:spcBef>
              <a:buNone/>
            </a:pPr>
            <a:endParaRPr lang="en-US" sz="2000" b="0" strike="noStrike" spc="-1">
              <a:latin typeface="Aptos"/>
            </a:endParaRPr>
          </a:p>
          <a:p>
            <a:pPr marL="228600" indent="-228600" defTabSz="914400">
              <a:spcBef>
                <a:spcPts val="1001"/>
              </a:spcBef>
              <a:buClr>
                <a:srgbClr val="000000"/>
              </a:buClr>
              <a:buFont typeface="Arial"/>
              <a:buChar char="•"/>
            </a:pPr>
            <a:r>
              <a:rPr lang="en-US" sz="2000" b="0" strike="noStrike" spc="-1">
                <a:latin typeface="Aptos"/>
              </a:rPr>
              <a:t>Concrete execution</a:t>
            </a:r>
          </a:p>
          <a:p>
            <a:pPr marL="228600" indent="-228600" defTabSz="914400">
              <a:spcBef>
                <a:spcPts val="1001"/>
              </a:spcBef>
              <a:buClr>
                <a:srgbClr val="000000"/>
              </a:buClr>
              <a:buFont typeface="Arial"/>
              <a:buChar char="•"/>
            </a:pPr>
            <a:r>
              <a:rPr lang="en-US" sz="2000" b="0" strike="noStrike" spc="-1">
                <a:latin typeface="Aptos"/>
              </a:rPr>
              <a:t>Symbolic execution</a:t>
            </a:r>
          </a:p>
        </p:txBody>
      </p:sp>
      <p:pic>
        <p:nvPicPr>
          <p:cNvPr id="236" name="Picture 4"/>
          <p:cNvPicPr/>
          <p:nvPr/>
        </p:nvPicPr>
        <p:blipFill>
          <a:blip r:embed="rId2"/>
          <a:stretch/>
        </p:blipFill>
        <p:spPr>
          <a:xfrm>
            <a:off x="4521200" y="2033717"/>
            <a:ext cx="7244975" cy="3025963"/>
          </a:xfrm>
          <a:prstGeom prst="rect">
            <a:avLst/>
          </a:prstGeom>
        </p:spPr>
      </p:pic>
      <p:sp>
        <p:nvSpPr>
          <p:cNvPr id="245" name="Freeform: Shape 244">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PPT - Enhancing Symbolic Execution with Veritesting PowerPoint ...">
            <a:extLst>
              <a:ext uri="{FF2B5EF4-FFF2-40B4-BE49-F238E27FC236}">
                <a16:creationId xmlns:a16="http://schemas.microsoft.com/office/drawing/2014/main" id="{6843B2E5-E037-835E-E0CE-4A4F084C1EA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CB3F864F-D097-3E74-5564-FBCDC96D3212}"/>
              </a:ext>
            </a:extLst>
          </p:cNvPr>
          <p:cNvPicPr>
            <a:picLocks noChangeAspect="1"/>
          </p:cNvPicPr>
          <p:nvPr/>
        </p:nvPicPr>
        <p:blipFill>
          <a:blip r:embed="rId2"/>
          <a:stretch>
            <a:fillRect/>
          </a:stretch>
        </p:blipFill>
        <p:spPr>
          <a:xfrm>
            <a:off x="1686560" y="203301"/>
            <a:ext cx="9103360" cy="6659506"/>
          </a:xfrm>
          <a:prstGeom prst="rect">
            <a:avLst/>
          </a:prstGeom>
        </p:spPr>
      </p:pic>
    </p:spTree>
    <p:extLst>
      <p:ext uri="{BB962C8B-B14F-4D97-AF65-F5344CB8AC3E}">
        <p14:creationId xmlns:p14="http://schemas.microsoft.com/office/powerpoint/2010/main" val="2255123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753FF-A261-1CEE-8991-58CE5F95B5AE}"/>
              </a:ext>
            </a:extLst>
          </p:cNvPr>
          <p:cNvSpPr>
            <a:spLocks noGrp="1"/>
          </p:cNvSpPr>
          <p:nvPr>
            <p:ph type="title"/>
          </p:nvPr>
        </p:nvSpPr>
        <p:spPr/>
        <p:txBody>
          <a:bodyPr/>
          <a:lstStyle/>
          <a:p>
            <a:r>
              <a:rPr lang="en-US" dirty="0"/>
              <a:t>Problem ?</a:t>
            </a:r>
          </a:p>
        </p:txBody>
      </p:sp>
      <p:sp>
        <p:nvSpPr>
          <p:cNvPr id="3" name="Content Placeholder 2">
            <a:extLst>
              <a:ext uri="{FF2B5EF4-FFF2-40B4-BE49-F238E27FC236}">
                <a16:creationId xmlns:a16="http://schemas.microsoft.com/office/drawing/2014/main" id="{D711D62C-58E1-330C-4FB7-E5A0CBDE6028}"/>
              </a:ext>
            </a:extLst>
          </p:cNvPr>
          <p:cNvSpPr>
            <a:spLocks noGrp="1"/>
          </p:cNvSpPr>
          <p:nvPr>
            <p:ph/>
          </p:nvPr>
        </p:nvSpPr>
        <p:spPr/>
        <p:txBody>
          <a:bodyPr>
            <a:normAutofit/>
          </a:bodyPr>
          <a:lstStyle/>
          <a:p>
            <a:r>
              <a:rPr lang="en-US" spc="-1" dirty="0">
                <a:solidFill>
                  <a:schemeClr val="dk1"/>
                </a:solidFill>
              </a:rPr>
              <a:t>Path Explosion</a:t>
            </a:r>
            <a:endParaRPr lang="en-US" spc="-1" dirty="0">
              <a:solidFill>
                <a:srgbClr val="000000"/>
              </a:solidFill>
              <a:latin typeface="Arial"/>
            </a:endParaRPr>
          </a:p>
          <a:p>
            <a:r>
              <a:rPr lang="en-US" spc="-1" dirty="0">
                <a:solidFill>
                  <a:srgbClr val="000000"/>
                </a:solidFill>
                <a:latin typeface="Arial"/>
              </a:rPr>
              <a:t>Symbolic execution is powerful but at some point it needs to actually answer a question. When we've explored a path and accumulated all the conditions the input must satisfy, we still need something to solve them. </a:t>
            </a:r>
          </a:p>
          <a:p>
            <a:r>
              <a:rPr lang="en-US" spc="-1" dirty="0">
                <a:solidFill>
                  <a:srgbClr val="000000"/>
                </a:solidFill>
                <a:latin typeface="Arial"/>
              </a:rPr>
              <a:t>That's where SMT solvers come in. Symbolic execution produces the constraints. Z3 solves them. They're not competing tools  one feeds the other</a:t>
            </a:r>
            <a:br>
              <a:rPr lang="en-US" dirty="0"/>
            </a:br>
            <a:br>
              <a:rPr lang="en-US" dirty="0"/>
            </a:br>
            <a:r>
              <a:rPr lang="en-US" spc="-1" dirty="0">
                <a:solidFill>
                  <a:srgbClr val="000000"/>
                </a:solidFill>
                <a:latin typeface="Arial"/>
              </a:rPr>
              <a:t>Symbolic Execution needs a solver</a:t>
            </a:r>
          </a:p>
          <a:p>
            <a:endParaRPr lang="en-US" dirty="0"/>
          </a:p>
        </p:txBody>
      </p:sp>
    </p:spTree>
    <p:extLst>
      <p:ext uri="{BB962C8B-B14F-4D97-AF65-F5344CB8AC3E}">
        <p14:creationId xmlns:p14="http://schemas.microsoft.com/office/powerpoint/2010/main" val="29797826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a:solidFill>
                  <a:schemeClr val="dk1"/>
                </a:solidFill>
                <a:latin typeface="Aptos Display"/>
              </a:rPr>
              <a:t>SMT	</a:t>
            </a:r>
            <a:endParaRPr lang="en-US" sz="4400" b="0" strike="noStrike" spc="-1">
              <a:solidFill>
                <a:schemeClr val="dk1"/>
              </a:solidFill>
              <a:latin typeface="Aptos"/>
            </a:endParaRPr>
          </a:p>
        </p:txBody>
      </p:sp>
      <p:sp>
        <p:nvSpPr>
          <p:cNvPr id="243"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Satisfiability Modulo Theories are one of the  most interesting topics to learn about in computer science.</a:t>
            </a: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They can reduce a big chunk of time that would be spent on statically or dynamically analyzing the binary</a:t>
            </a: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They do the magic</a:t>
            </a: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But they have limits…</a:t>
            </a: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Z3 is an SMT sovler</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a:solidFill>
                  <a:schemeClr val="dk1"/>
                </a:solidFill>
                <a:latin typeface="Aptos Display"/>
              </a:rPr>
              <a:t>SAT Solvers</a:t>
            </a:r>
            <a:endParaRPr lang="en-US" sz="4400" b="0" strike="noStrike" spc="-1">
              <a:solidFill>
                <a:schemeClr val="dk1"/>
              </a:solidFill>
              <a:latin typeface="Aptos"/>
            </a:endParaRPr>
          </a:p>
        </p:txBody>
      </p:sp>
      <p:sp>
        <p:nvSpPr>
          <p:cNvPr id="245"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 Boolean Satisfiability Problem solvers (something about Booleans ?)</a:t>
            </a: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Boolean expression as input and output possible values either returning True (SAT) or False (UNSAT)</a:t>
            </a: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SMT solvers are built on top of SAT solvers (backend)</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2" name="Rectangle 251">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 name="Freeform: Shape 253">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6" name="PlaceHolder 1"/>
          <p:cNvSpPr>
            <a:spLocks noGrp="1"/>
          </p:cNvSpPr>
          <p:nvPr>
            <p:ph type="title"/>
          </p:nvPr>
        </p:nvSpPr>
        <p:spPr>
          <a:xfrm>
            <a:off x="1137034" y="609597"/>
            <a:ext cx="9392421" cy="1330841"/>
          </a:xfrm>
          <a:prstGeom prst="rect">
            <a:avLst/>
          </a:prstGeom>
        </p:spPr>
        <p:txBody>
          <a:bodyPr lIns="91440" tIns="45720" rIns="91440" bIns="45720">
            <a:normAutofit/>
          </a:bodyPr>
          <a:lstStyle/>
          <a:p>
            <a:pPr indent="0" defTabSz="914400">
              <a:buNone/>
            </a:pPr>
            <a:r>
              <a:rPr lang="en-US" b="0" strike="noStrike" spc="-1" dirty="0">
                <a:latin typeface="Aptos Display"/>
              </a:rPr>
              <a:t>Z3</a:t>
            </a:r>
            <a:endParaRPr lang="en-US" b="0" strike="noStrike" spc="-1" dirty="0">
              <a:latin typeface="Aptos"/>
            </a:endParaRPr>
          </a:p>
        </p:txBody>
      </p:sp>
      <p:sp>
        <p:nvSpPr>
          <p:cNvPr id="247" name="PlaceHolder 2"/>
          <p:cNvSpPr>
            <a:spLocks noGrp="1"/>
          </p:cNvSpPr>
          <p:nvPr>
            <p:ph/>
          </p:nvPr>
        </p:nvSpPr>
        <p:spPr>
          <a:xfrm>
            <a:off x="254000" y="1940438"/>
            <a:ext cx="5842000" cy="4175697"/>
          </a:xfrm>
          <a:prstGeom prst="rect">
            <a:avLst/>
          </a:prstGeom>
        </p:spPr>
        <p:txBody>
          <a:bodyPr lIns="91440" tIns="45720" rIns="91440" bIns="45720">
            <a:normAutofit/>
          </a:bodyPr>
          <a:lstStyle/>
          <a:p>
            <a:pPr marL="228600" indent="-228600" defTabSz="914400">
              <a:spcBef>
                <a:spcPts val="1001"/>
              </a:spcBef>
              <a:buClr>
                <a:srgbClr val="000000"/>
              </a:buClr>
              <a:buFont typeface="Arial"/>
              <a:buChar char="•"/>
            </a:pPr>
            <a:r>
              <a:rPr lang="en-US" sz="2800" b="0" strike="noStrike" spc="-1" dirty="0">
                <a:latin typeface="Aptos"/>
              </a:rPr>
              <a:t>A theorem prover/SMT solver from Microsoft Research.</a:t>
            </a:r>
          </a:p>
          <a:p>
            <a:pPr marL="228600" indent="-228600" defTabSz="914400">
              <a:spcBef>
                <a:spcPts val="1001"/>
              </a:spcBef>
              <a:buClr>
                <a:srgbClr val="000000"/>
              </a:buClr>
              <a:buFont typeface="Arial"/>
              <a:buChar char="•"/>
            </a:pPr>
            <a:r>
              <a:rPr lang="en-US" sz="2800" b="0" strike="noStrike" spc="-1" dirty="0">
                <a:latin typeface="Aptos"/>
              </a:rPr>
              <a:t>If a problem can be expressed as a system of equations/inequalities z3 can try and find a solution.</a:t>
            </a:r>
          </a:p>
        </p:txBody>
      </p:sp>
      <p:pic>
        <p:nvPicPr>
          <p:cNvPr id="4" name="Picture 3">
            <a:extLst>
              <a:ext uri="{FF2B5EF4-FFF2-40B4-BE49-F238E27FC236}">
                <a16:creationId xmlns:a16="http://schemas.microsoft.com/office/drawing/2014/main" id="{61B6FC79-059A-5C7C-2BD0-EA4933407FE3}"/>
              </a:ext>
            </a:extLst>
          </p:cNvPr>
          <p:cNvPicPr>
            <a:picLocks noChangeAspect="1"/>
          </p:cNvPicPr>
          <p:nvPr/>
        </p:nvPicPr>
        <p:blipFill>
          <a:blip r:embed="rId2"/>
          <a:stretch>
            <a:fillRect/>
          </a:stretch>
        </p:blipFill>
        <p:spPr>
          <a:xfrm>
            <a:off x="6719367" y="2722090"/>
            <a:ext cx="4788505" cy="2681562"/>
          </a:xfrm>
          <a:prstGeom prst="rect">
            <a:avLst/>
          </a:prstGeom>
        </p:spPr>
      </p:pic>
      <p:sp>
        <p:nvSpPr>
          <p:cNvPr id="256" name="Freeform: Shape 255">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AutoShape 2" descr="Z3 - Microsoft Research">
            <a:extLst>
              <a:ext uri="{FF2B5EF4-FFF2-40B4-BE49-F238E27FC236}">
                <a16:creationId xmlns:a16="http://schemas.microsoft.com/office/drawing/2014/main" id="{DDB79634-8F66-5173-8A36-E2C54083501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7FFC3-A2C2-5A17-9E5B-D52E7C799D75}"/>
              </a:ext>
            </a:extLst>
          </p:cNvPr>
          <p:cNvSpPr>
            <a:spLocks noGrp="1"/>
          </p:cNvSpPr>
          <p:nvPr>
            <p:ph type="title"/>
          </p:nvPr>
        </p:nvSpPr>
        <p:spPr/>
        <p:txBody>
          <a:bodyPr/>
          <a:lstStyle/>
          <a:p>
            <a:r>
              <a:rPr lang="en-US" dirty="0"/>
              <a:t>Z3 Demo !</a:t>
            </a:r>
          </a:p>
        </p:txBody>
      </p:sp>
      <p:sp>
        <p:nvSpPr>
          <p:cNvPr id="3" name="Content Placeholder 2">
            <a:extLst>
              <a:ext uri="{FF2B5EF4-FFF2-40B4-BE49-F238E27FC236}">
                <a16:creationId xmlns:a16="http://schemas.microsoft.com/office/drawing/2014/main" id="{DF837A56-15BA-7246-169E-04031F646322}"/>
              </a:ext>
            </a:extLst>
          </p:cNvPr>
          <p:cNvSpPr>
            <a:spLocks noGrp="1"/>
          </p:cNvSpPr>
          <p:nvPr>
            <p:ph/>
          </p:nvPr>
        </p:nvSpPr>
        <p:spPr/>
        <p:txBody>
          <a:bodyPr/>
          <a:lstStyle/>
          <a:p>
            <a:r>
              <a:rPr lang="en-US" dirty="0"/>
              <a:t>Open z3_workshop.ipynb</a:t>
            </a:r>
          </a:p>
        </p:txBody>
      </p:sp>
    </p:spTree>
    <p:extLst>
      <p:ext uri="{BB962C8B-B14F-4D97-AF65-F5344CB8AC3E}">
        <p14:creationId xmlns:p14="http://schemas.microsoft.com/office/powerpoint/2010/main" val="12575639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a:solidFill>
                  <a:schemeClr val="dk1"/>
                </a:solidFill>
                <a:latin typeface="Aptos Display"/>
              </a:rPr>
              <a:t>What’s next?</a:t>
            </a:r>
            <a:endParaRPr lang="en-US" sz="4400" b="0" strike="noStrike" spc="-1">
              <a:solidFill>
                <a:schemeClr val="dk1"/>
              </a:solidFill>
              <a:latin typeface="Aptos"/>
            </a:endParaRPr>
          </a:p>
        </p:txBody>
      </p:sp>
      <p:sp>
        <p:nvSpPr>
          <p:cNvPr id="249"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dirty="0">
                <a:solidFill>
                  <a:schemeClr val="dk1"/>
                </a:solidFill>
                <a:latin typeface="Aptos"/>
              </a:rPr>
              <a:t>Today we discovered a lot of new cool concepts, now you need to complete the journey yourself and read more about it </a:t>
            </a:r>
          </a:p>
          <a:p>
            <a:pPr marL="228600" indent="-228600" defTabSz="914400">
              <a:lnSpc>
                <a:spcPct val="90000"/>
              </a:lnSpc>
              <a:spcBef>
                <a:spcPts val="1001"/>
              </a:spcBef>
              <a:buClr>
                <a:srgbClr val="000000"/>
              </a:buClr>
              <a:buFont typeface="Arial"/>
              <a:buChar char="•"/>
            </a:pPr>
            <a:r>
              <a:rPr lang="en-US" sz="2800" b="0" strike="noStrike" spc="-1" dirty="0">
                <a:solidFill>
                  <a:schemeClr val="dk1"/>
                </a:solidFill>
                <a:latin typeface="Aptos"/>
              </a:rPr>
              <a:t>Try to use these concepts in real world examples </a:t>
            </a:r>
          </a:p>
          <a:p>
            <a:pPr marL="228600" indent="-228600" defTabSz="914400">
              <a:lnSpc>
                <a:spcPct val="90000"/>
              </a:lnSpc>
              <a:spcBef>
                <a:spcPts val="1001"/>
              </a:spcBef>
              <a:buClr>
                <a:srgbClr val="000000"/>
              </a:buClr>
              <a:buFont typeface="Arial"/>
              <a:buChar char="•"/>
            </a:pPr>
            <a:r>
              <a:rPr lang="en-US" sz="2800" b="0" strike="noStrike" spc="-1" dirty="0">
                <a:solidFill>
                  <a:schemeClr val="dk1"/>
                </a:solidFill>
                <a:latin typeface="Aptos"/>
              </a:rPr>
              <a:t>Read about </a:t>
            </a:r>
            <a:r>
              <a:rPr lang="en-US" sz="2800" b="0" strike="noStrike" spc="-1" dirty="0" err="1">
                <a:solidFill>
                  <a:schemeClr val="dk1"/>
                </a:solidFill>
                <a:latin typeface="Aptos"/>
              </a:rPr>
              <a:t>angr</a:t>
            </a:r>
            <a:r>
              <a:rPr lang="en-US" sz="2800" b="0" strike="noStrike" spc="-1" dirty="0">
                <a:solidFill>
                  <a:schemeClr val="dk1"/>
                </a:solidFill>
                <a:latin typeface="Aptos"/>
              </a:rPr>
              <a:t> a framework that combines emulation and symbolic execution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6" name="Rectangle 255">
            <a:extLst>
              <a:ext uri="{FF2B5EF4-FFF2-40B4-BE49-F238E27FC236}">
                <a16:creationId xmlns:a16="http://schemas.microsoft.com/office/drawing/2014/main" id="{3C54F4CE-85F0-46ED-80DA-9518C9251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Freeform: Shape 257">
            <a:extLst>
              <a:ext uri="{FF2B5EF4-FFF2-40B4-BE49-F238E27FC236}">
                <a16:creationId xmlns:a16="http://schemas.microsoft.com/office/drawing/2014/main" id="{DADD1FCA-8ACB-4958-81DD-4CDD6D3E1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802086" cy="6858000"/>
          </a:xfrm>
          <a:custGeom>
            <a:avLst/>
            <a:gdLst>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9647 w 5734864"/>
              <a:gd name="connsiteY33" fmla="*/ 1936120 h 6858000"/>
              <a:gd name="connsiteX34" fmla="*/ 714660 w 5734864"/>
              <a:gd name="connsiteY34" fmla="*/ 1982709 h 6858000"/>
              <a:gd name="connsiteX35" fmla="*/ 710759 w 5734864"/>
              <a:gd name="connsiteY35" fmla="*/ 2013010 h 6858000"/>
              <a:gd name="connsiteX36" fmla="*/ 697927 w 5734864"/>
              <a:gd name="connsiteY36" fmla="*/ 2069833 h 6858000"/>
              <a:gd name="connsiteX37" fmla="*/ 693594 w 5734864"/>
              <a:gd name="connsiteY37" fmla="*/ 2103731 h 6858000"/>
              <a:gd name="connsiteX38" fmla="*/ 691109 w 5734864"/>
              <a:gd name="connsiteY38" fmla="*/ 2124027 h 6858000"/>
              <a:gd name="connsiteX39" fmla="*/ 676593 w 5734864"/>
              <a:gd name="connsiteY39" fmla="*/ 2176182 h 6858000"/>
              <a:gd name="connsiteX40" fmla="*/ 633227 w 5734864"/>
              <a:gd name="connsiteY40" fmla="*/ 2258036 h 6858000"/>
              <a:gd name="connsiteX41" fmla="*/ 625564 w 5734864"/>
              <a:gd name="connsiteY41" fmla="*/ 2284567 h 6858000"/>
              <a:gd name="connsiteX42" fmla="*/ 627074 w 5734864"/>
              <a:gd name="connsiteY42" fmla="*/ 2289605 h 6858000"/>
              <a:gd name="connsiteX43" fmla="*/ 614574 w 5734864"/>
              <a:gd name="connsiteY43" fmla="*/ 2308717 h 6858000"/>
              <a:gd name="connsiteX44" fmla="*/ 606890 w 5734864"/>
              <a:gd name="connsiteY44" fmla="*/ 2320662 h 6858000"/>
              <a:gd name="connsiteX45" fmla="*/ 605558 w 5734864"/>
              <a:gd name="connsiteY45" fmla="*/ 2327897 h 6858000"/>
              <a:gd name="connsiteX46" fmla="*/ 602202 w 5734864"/>
              <a:gd name="connsiteY46" fmla="*/ 2357749 h 6858000"/>
              <a:gd name="connsiteX47" fmla="*/ 600213 w 5734864"/>
              <a:gd name="connsiteY47" fmla="*/ 2364905 h 6858000"/>
              <a:gd name="connsiteX48" fmla="*/ 597160 w 5734864"/>
              <a:gd name="connsiteY48" fmla="*/ 2388351 h 6858000"/>
              <a:gd name="connsiteX49" fmla="*/ 597982 w 5734864"/>
              <a:gd name="connsiteY49" fmla="*/ 2402296 h 6858000"/>
              <a:gd name="connsiteX50" fmla="*/ 593150 w 5734864"/>
              <a:gd name="connsiteY50" fmla="*/ 2420015 h 6858000"/>
              <a:gd name="connsiteX51" fmla="*/ 592833 w 5734864"/>
              <a:gd name="connsiteY51" fmla="*/ 2422749 h 6858000"/>
              <a:gd name="connsiteX52" fmla="*/ 594479 w 5734864"/>
              <a:gd name="connsiteY52" fmla="*/ 2426002 h 6858000"/>
              <a:gd name="connsiteX53" fmla="*/ 591963 w 5734864"/>
              <a:gd name="connsiteY53" fmla="*/ 2431950 h 6858000"/>
              <a:gd name="connsiteX54" fmla="*/ 591544 w 5734864"/>
              <a:gd name="connsiteY54" fmla="*/ 2433897 h 6858000"/>
              <a:gd name="connsiteX55" fmla="*/ 589519 w 5734864"/>
              <a:gd name="connsiteY55" fmla="*/ 2451398 h 6858000"/>
              <a:gd name="connsiteX56" fmla="*/ 590037 w 5734864"/>
              <a:gd name="connsiteY56" fmla="*/ 2455536 h 6858000"/>
              <a:gd name="connsiteX57" fmla="*/ 588179 w 5734864"/>
              <a:gd name="connsiteY57" fmla="*/ 2462981 h 6858000"/>
              <a:gd name="connsiteX58" fmla="*/ 583434 w 5734864"/>
              <a:gd name="connsiteY58" fmla="*/ 2503991 h 6858000"/>
              <a:gd name="connsiteX59" fmla="*/ 567942 w 5734864"/>
              <a:gd name="connsiteY59" fmla="*/ 2652936 h 6858000"/>
              <a:gd name="connsiteX60" fmla="*/ 573869 w 5734864"/>
              <a:gd name="connsiteY60" fmla="*/ 2670188 h 6858000"/>
              <a:gd name="connsiteX61" fmla="*/ 575243 w 5734864"/>
              <a:gd name="connsiteY61" fmla="*/ 2688114 h 6858000"/>
              <a:gd name="connsiteX62" fmla="*/ 573824 w 5734864"/>
              <a:gd name="connsiteY62" fmla="*/ 2689856 h 6858000"/>
              <a:gd name="connsiteX63" fmla="*/ 570699 w 5734864"/>
              <a:gd name="connsiteY63" fmla="*/ 2709353 h 6858000"/>
              <a:gd name="connsiteX64" fmla="*/ 573192 w 5734864"/>
              <a:gd name="connsiteY64" fmla="*/ 2714527 h 6858000"/>
              <a:gd name="connsiteX65" fmla="*/ 572044 w 5734864"/>
              <a:gd name="connsiteY65" fmla="*/ 2728187 h 6858000"/>
              <a:gd name="connsiteX66" fmla="*/ 572465 w 5734864"/>
              <a:gd name="connsiteY66" fmla="*/ 2755863 h 6858000"/>
              <a:gd name="connsiteX67" fmla="*/ 570028 w 5734864"/>
              <a:gd name="connsiteY67" fmla="*/ 2760324 h 6858000"/>
              <a:gd name="connsiteX68" fmla="*/ 566748 w 5734864"/>
              <a:gd name="connsiteY68" fmla="*/ 2800948 h 6858000"/>
              <a:gd name="connsiteX69" fmla="*/ 565509 w 5734864"/>
              <a:gd name="connsiteY69" fmla="*/ 2801167 h 6858000"/>
              <a:gd name="connsiteX70" fmla="*/ 559367 w 5734864"/>
              <a:gd name="connsiteY70" fmla="*/ 2811129 h 6858000"/>
              <a:gd name="connsiteX71" fmla="*/ 550354 w 5734864"/>
              <a:gd name="connsiteY71" fmla="*/ 2830949 h 6858000"/>
              <a:gd name="connsiteX72" fmla="*/ 514795 w 5734864"/>
              <a:gd name="connsiteY72" fmla="*/ 2872433 h 6858000"/>
              <a:gd name="connsiteX73" fmla="*/ 509875 w 5734864"/>
              <a:gd name="connsiteY73" fmla="*/ 2923099 h 6858000"/>
              <a:gd name="connsiteX74" fmla="*/ 509577 w 5734864"/>
              <a:gd name="connsiteY74" fmla="*/ 2923197 h 6858000"/>
              <a:gd name="connsiteX75" fmla="*/ 507597 w 5734864"/>
              <a:gd name="connsiteY75" fmla="*/ 2931868 h 6858000"/>
              <a:gd name="connsiteX76" fmla="*/ 507379 w 5734864"/>
              <a:gd name="connsiteY76" fmla="*/ 2938322 h 6858000"/>
              <a:gd name="connsiteX77" fmla="*/ 504725 w 5734864"/>
              <a:gd name="connsiteY77" fmla="*/ 2954519 h 6858000"/>
              <a:gd name="connsiteX78" fmla="*/ 502018 w 5734864"/>
              <a:gd name="connsiteY78" fmla="*/ 2959643 h 6858000"/>
              <a:gd name="connsiteX79" fmla="*/ 498360 w 5734864"/>
              <a:gd name="connsiteY79" fmla="*/ 2961019 h 6858000"/>
              <a:gd name="connsiteX80" fmla="*/ 498483 w 5734864"/>
              <a:gd name="connsiteY80" fmla="*/ 2962590 h 6858000"/>
              <a:gd name="connsiteX81" fmla="*/ 484403 w 5734864"/>
              <a:gd name="connsiteY81" fmla="*/ 2990538 h 6858000"/>
              <a:gd name="connsiteX82" fmla="*/ 463075 w 5734864"/>
              <a:gd name="connsiteY82" fmla="*/ 3055956 h 6858000"/>
              <a:gd name="connsiteX83" fmla="*/ 455013 w 5734864"/>
              <a:gd name="connsiteY83" fmla="*/ 3094482 h 6858000"/>
              <a:gd name="connsiteX84" fmla="*/ 428391 w 5734864"/>
              <a:gd name="connsiteY84" fmla="*/ 3198850 h 6858000"/>
              <a:gd name="connsiteX85" fmla="*/ 401440 w 5734864"/>
              <a:gd name="connsiteY85" fmla="*/ 3307560 h 6858000"/>
              <a:gd name="connsiteX86" fmla="*/ 386076 w 5734864"/>
              <a:gd name="connsiteY86" fmla="*/ 3373943 h 6858000"/>
              <a:gd name="connsiteX87" fmla="*/ 374726 w 5734864"/>
              <a:gd name="connsiteY87" fmla="*/ 3381364 h 6858000"/>
              <a:gd name="connsiteX88" fmla="*/ 369145 w 5734864"/>
              <a:gd name="connsiteY88" fmla="*/ 3383729 h 6858000"/>
              <a:gd name="connsiteX89" fmla="*/ 364294 w 5734864"/>
              <a:gd name="connsiteY89" fmla="*/ 3414159 h 6858000"/>
              <a:gd name="connsiteX90" fmla="*/ 366450 w 5734864"/>
              <a:gd name="connsiteY90" fmla="*/ 3436925 h 6858000"/>
              <a:gd name="connsiteX91" fmla="*/ 351743 w 5734864"/>
              <a:gd name="connsiteY91" fmla="*/ 3521619 h 6858000"/>
              <a:gd name="connsiteX92" fmla="*/ 345784 w 5734864"/>
              <a:gd name="connsiteY92" fmla="*/ 3603757 h 6858000"/>
              <a:gd name="connsiteX93" fmla="*/ 344198 w 5734864"/>
              <a:gd name="connsiteY93" fmla="*/ 3652424 h 6858000"/>
              <a:gd name="connsiteX94" fmla="*/ 352450 w 5734864"/>
              <a:gd name="connsiteY94" fmla="*/ 3665222 h 6858000"/>
              <a:gd name="connsiteX95" fmla="*/ 342621 w 5734864"/>
              <a:gd name="connsiteY95" fmla="*/ 3700804 h 6858000"/>
              <a:gd name="connsiteX96" fmla="*/ 341514 w 5734864"/>
              <a:gd name="connsiteY96" fmla="*/ 3734774 h 6858000"/>
              <a:gd name="connsiteX97" fmla="*/ 340607 w 5734864"/>
              <a:gd name="connsiteY97" fmla="*/ 3785153 h 6858000"/>
              <a:gd name="connsiteX98" fmla="*/ 340707 w 5734864"/>
              <a:gd name="connsiteY98" fmla="*/ 3788177 h 6858000"/>
              <a:gd name="connsiteX99" fmla="*/ 340361 w 5734864"/>
              <a:gd name="connsiteY99" fmla="*/ 3798803 h 6858000"/>
              <a:gd name="connsiteX100" fmla="*/ 339642 w 5734864"/>
              <a:gd name="connsiteY100" fmla="*/ 3838750 h 6858000"/>
              <a:gd name="connsiteX101" fmla="*/ 360295 w 5734864"/>
              <a:gd name="connsiteY101" fmla="*/ 4015196 h 6858000"/>
              <a:gd name="connsiteX102" fmla="*/ 339043 w 5734864"/>
              <a:gd name="connsiteY102" fmla="*/ 4052778 h 6858000"/>
              <a:gd name="connsiteX103" fmla="*/ 339343 w 5734864"/>
              <a:gd name="connsiteY103" fmla="*/ 4096257 h 6858000"/>
              <a:gd name="connsiteX104" fmla="*/ 340786 w 5734864"/>
              <a:gd name="connsiteY104" fmla="*/ 4321136 h 6858000"/>
              <a:gd name="connsiteX105" fmla="*/ 343158 w 5734864"/>
              <a:gd name="connsiteY105" fmla="*/ 4429174 h 6858000"/>
              <a:gd name="connsiteX106" fmla="*/ 334599 w 5734864"/>
              <a:gd name="connsiteY106" fmla="*/ 4449938 h 6858000"/>
              <a:gd name="connsiteX107" fmla="*/ 332890 w 5734864"/>
              <a:gd name="connsiteY107" fmla="*/ 4453515 h 6858000"/>
              <a:gd name="connsiteX108" fmla="*/ 331105 w 5734864"/>
              <a:gd name="connsiteY108" fmla="*/ 4467941 h 6858000"/>
              <a:gd name="connsiteX109" fmla="*/ 324289 w 5734864"/>
              <a:gd name="connsiteY109" fmla="*/ 4471861 h 6858000"/>
              <a:gd name="connsiteX110" fmla="*/ 317079 w 5734864"/>
              <a:gd name="connsiteY110" fmla="*/ 4493468 h 6858000"/>
              <a:gd name="connsiteX111" fmla="*/ 315557 w 5734864"/>
              <a:gd name="connsiteY111" fmla="*/ 4520067 h 6858000"/>
              <a:gd name="connsiteX112" fmla="*/ 315240 w 5734864"/>
              <a:gd name="connsiteY112" fmla="*/ 4536872 h 6858000"/>
              <a:gd name="connsiteX113" fmla="*/ 316200 w 5734864"/>
              <a:gd name="connsiteY113" fmla="*/ 4538297 h 6858000"/>
              <a:gd name="connsiteX114" fmla="*/ 317507 w 5734864"/>
              <a:gd name="connsiteY114" fmla="*/ 4547582 h 6858000"/>
              <a:gd name="connsiteX115" fmla="*/ 323078 w 5734864"/>
              <a:gd name="connsiteY115" fmla="*/ 4592102 h 6858000"/>
              <a:gd name="connsiteX116" fmla="*/ 328722 w 5734864"/>
              <a:gd name="connsiteY116" fmla="*/ 4667914 h 6858000"/>
              <a:gd name="connsiteX117" fmla="*/ 335597 w 5734864"/>
              <a:gd name="connsiteY117" fmla="*/ 4695035 h 6858000"/>
              <a:gd name="connsiteX118" fmla="*/ 339485 w 5734864"/>
              <a:gd name="connsiteY118" fmla="*/ 4695979 h 6858000"/>
              <a:gd name="connsiteX119" fmla="*/ 341089 w 5734864"/>
              <a:gd name="connsiteY119" fmla="*/ 4704268 h 6858000"/>
              <a:gd name="connsiteX120" fmla="*/ 342177 w 5734864"/>
              <a:gd name="connsiteY120" fmla="*/ 4706060 h 6858000"/>
              <a:gd name="connsiteX121" fmla="*/ 347751 w 5734864"/>
              <a:gd name="connsiteY121" fmla="*/ 4716754 h 6858000"/>
              <a:gd name="connsiteX122" fmla="*/ 344125 w 5734864"/>
              <a:gd name="connsiteY122" fmla="*/ 4764669 h 6858000"/>
              <a:gd name="connsiteX123" fmla="*/ 340188 w 5734864"/>
              <a:gd name="connsiteY123" fmla="*/ 4779386 h 6858000"/>
              <a:gd name="connsiteX124" fmla="*/ 335146 w 5734864"/>
              <a:gd name="connsiteY124" fmla="*/ 4787491 h 6858000"/>
              <a:gd name="connsiteX125" fmla="*/ 319124 w 5734864"/>
              <a:gd name="connsiteY125" fmla="*/ 4843514 h 6858000"/>
              <a:gd name="connsiteX126" fmla="*/ 305956 w 5734864"/>
              <a:gd name="connsiteY126" fmla="*/ 4881505 h 6858000"/>
              <a:gd name="connsiteX127" fmla="*/ 301062 w 5734864"/>
              <a:gd name="connsiteY127" fmla="*/ 4889332 h 6858000"/>
              <a:gd name="connsiteX128" fmla="*/ 302141 w 5734864"/>
              <a:gd name="connsiteY128" fmla="*/ 4899400 h 6858000"/>
              <a:gd name="connsiteX129" fmla="*/ 304424 w 5734864"/>
              <a:gd name="connsiteY129" fmla="*/ 4902664 h 6858000"/>
              <a:gd name="connsiteX130" fmla="*/ 293123 w 5734864"/>
              <a:gd name="connsiteY130" fmla="*/ 4932769 h 6858000"/>
              <a:gd name="connsiteX131" fmla="*/ 292275 w 5734864"/>
              <a:gd name="connsiteY131" fmla="*/ 4936482 h 6858000"/>
              <a:gd name="connsiteX132" fmla="*/ 288304 w 5734864"/>
              <a:gd name="connsiteY132" fmla="*/ 4962325 h 6858000"/>
              <a:gd name="connsiteX133" fmla="*/ 287420 w 5734864"/>
              <a:gd name="connsiteY133" fmla="*/ 5042193 h 6858000"/>
              <a:gd name="connsiteX134" fmla="*/ 287020 w 5734864"/>
              <a:gd name="connsiteY134" fmla="*/ 5065655 h 6858000"/>
              <a:gd name="connsiteX135" fmla="*/ 288488 w 5734864"/>
              <a:gd name="connsiteY135" fmla="*/ 5082216 h 6858000"/>
              <a:gd name="connsiteX136" fmla="*/ 282763 w 5734864"/>
              <a:gd name="connsiteY136" fmla="*/ 5127114 h 6858000"/>
              <a:gd name="connsiteX137" fmla="*/ 269316 w 5734864"/>
              <a:gd name="connsiteY137" fmla="*/ 5202682 h 6858000"/>
              <a:gd name="connsiteX138" fmla="*/ 269174 w 5734864"/>
              <a:gd name="connsiteY138" fmla="*/ 5230835 h 6858000"/>
              <a:gd name="connsiteX139" fmla="*/ 272679 w 5734864"/>
              <a:gd name="connsiteY139" fmla="*/ 5232660 h 6858000"/>
              <a:gd name="connsiteX140" fmla="*/ 272160 w 5734864"/>
              <a:gd name="connsiteY140" fmla="*/ 5241150 h 6858000"/>
              <a:gd name="connsiteX141" fmla="*/ 272760 w 5734864"/>
              <a:gd name="connsiteY141" fmla="*/ 5243156 h 6858000"/>
              <a:gd name="connsiteX142" fmla="*/ 275462 w 5734864"/>
              <a:gd name="connsiteY142" fmla="*/ 5254919 h 6858000"/>
              <a:gd name="connsiteX143" fmla="*/ 262897 w 5734864"/>
              <a:gd name="connsiteY143" fmla="*/ 5286259 h 6858000"/>
              <a:gd name="connsiteX144" fmla="*/ 252761 w 5734864"/>
              <a:gd name="connsiteY144" fmla="*/ 5357801 h 6858000"/>
              <a:gd name="connsiteX145" fmla="*/ 242360 w 5734864"/>
              <a:gd name="connsiteY145" fmla="*/ 5460080 h 6858000"/>
              <a:gd name="connsiteX146" fmla="*/ 229880 w 5734864"/>
              <a:gd name="connsiteY146" fmla="*/ 5539714 h 6858000"/>
              <a:gd name="connsiteX147" fmla="*/ 204283 w 5734864"/>
              <a:gd name="connsiteY147" fmla="*/ 5639080 h 6858000"/>
              <a:gd name="connsiteX148" fmla="*/ 198948 w 5734864"/>
              <a:gd name="connsiteY148" fmla="*/ 5710958 h 6858000"/>
              <a:gd name="connsiteX149" fmla="*/ 192367 w 5734864"/>
              <a:gd name="connsiteY149" fmla="*/ 5719859 h 6858000"/>
              <a:gd name="connsiteX150" fmla="*/ 188035 w 5734864"/>
              <a:gd name="connsiteY150" fmla="*/ 5729935 h 6858000"/>
              <a:gd name="connsiteX151" fmla="*/ 188428 w 5734864"/>
              <a:gd name="connsiteY151" fmla="*/ 5731182 h 6858000"/>
              <a:gd name="connsiteX152" fmla="*/ 181635 w 5734864"/>
              <a:gd name="connsiteY152" fmla="*/ 5753538 h 6858000"/>
              <a:gd name="connsiteX153" fmla="*/ 169744 w 5734864"/>
              <a:gd name="connsiteY153" fmla="*/ 5796307 h 6858000"/>
              <a:gd name="connsiteX154" fmla="*/ 170351 w 5734864"/>
              <a:gd name="connsiteY154" fmla="*/ 5796644 h 6858000"/>
              <a:gd name="connsiteX155" fmla="*/ 171559 w 5734864"/>
              <a:gd name="connsiteY155" fmla="*/ 5803435 h 6858000"/>
              <a:gd name="connsiteX156" fmla="*/ 172284 w 5734864"/>
              <a:gd name="connsiteY156" fmla="*/ 5816391 h 6858000"/>
              <a:gd name="connsiteX157" fmla="*/ 182542 w 5734864"/>
              <a:gd name="connsiteY157" fmla="*/ 5846382 h 6858000"/>
              <a:gd name="connsiteX158" fmla="*/ 175877 w 5734864"/>
              <a:gd name="connsiteY158" fmla="*/ 5871336 h 6858000"/>
              <a:gd name="connsiteX159" fmla="*/ 174910 w 5734864"/>
              <a:gd name="connsiteY159" fmla="*/ 5876376 h 6858000"/>
              <a:gd name="connsiteX160" fmla="*/ 175047 w 5734864"/>
              <a:gd name="connsiteY160" fmla="*/ 5876483 h 6858000"/>
              <a:gd name="connsiteX161" fmla="*/ 174335 w 5734864"/>
              <a:gd name="connsiteY161" fmla="*/ 5881814 h 6858000"/>
              <a:gd name="connsiteX162" fmla="*/ 171273 w 5734864"/>
              <a:gd name="connsiteY162" fmla="*/ 5895339 h 6858000"/>
              <a:gd name="connsiteX163" fmla="*/ 171658 w 5734864"/>
              <a:gd name="connsiteY163" fmla="*/ 5898749 h 6858000"/>
              <a:gd name="connsiteX164" fmla="*/ 174658 w 5734864"/>
              <a:gd name="connsiteY164" fmla="*/ 5919558 h 6858000"/>
              <a:gd name="connsiteX165" fmla="*/ 169099 w 5734864"/>
              <a:gd name="connsiteY165" fmla="*/ 5984417 h 6858000"/>
              <a:gd name="connsiteX166" fmla="*/ 162007 w 5734864"/>
              <a:gd name="connsiteY166" fmla="*/ 6049043 h 6858000"/>
              <a:gd name="connsiteX167" fmla="*/ 156875 w 5734864"/>
              <a:gd name="connsiteY167" fmla="*/ 6114000 h 6858000"/>
              <a:gd name="connsiteX168" fmla="*/ 165441 w 5734864"/>
              <a:gd name="connsiteY168" fmla="*/ 6146938 h 6858000"/>
              <a:gd name="connsiteX169" fmla="*/ 165177 w 5734864"/>
              <a:gd name="connsiteY169" fmla="*/ 6150658 h 6858000"/>
              <a:gd name="connsiteX170" fmla="*/ 161772 w 5734864"/>
              <a:gd name="connsiteY170" fmla="*/ 6160011 h 6858000"/>
              <a:gd name="connsiteX171" fmla="*/ 160051 w 5734864"/>
              <a:gd name="connsiteY171" fmla="*/ 6163393 h 6858000"/>
              <a:gd name="connsiteX172" fmla="*/ 158473 w 5734864"/>
              <a:gd name="connsiteY172" fmla="*/ 6168628 h 6858000"/>
              <a:gd name="connsiteX173" fmla="*/ 158573 w 5734864"/>
              <a:gd name="connsiteY173" fmla="*/ 6168799 h 6858000"/>
              <a:gd name="connsiteX174" fmla="*/ 146463 w 5734864"/>
              <a:gd name="connsiteY174" fmla="*/ 6196671 h 6858000"/>
              <a:gd name="connsiteX175" fmla="*/ 150209 w 5734864"/>
              <a:gd name="connsiteY175" fmla="*/ 6232365 h 6858000"/>
              <a:gd name="connsiteX176" fmla="*/ 148544 w 5734864"/>
              <a:gd name="connsiteY176" fmla="*/ 6246162 h 6858000"/>
              <a:gd name="connsiteX177" fmla="*/ 148403 w 5734864"/>
              <a:gd name="connsiteY177" fmla="*/ 6253754 h 6858000"/>
              <a:gd name="connsiteX178" fmla="*/ 138880 w 5734864"/>
              <a:gd name="connsiteY178" fmla="*/ 6276449 h 6858000"/>
              <a:gd name="connsiteX179" fmla="*/ 138683 w 5734864"/>
              <a:gd name="connsiteY179" fmla="*/ 6279721 h 6858000"/>
              <a:gd name="connsiteX180" fmla="*/ 130721 w 5734864"/>
              <a:gd name="connsiteY180" fmla="*/ 6293675 h 6858000"/>
              <a:gd name="connsiteX181" fmla="*/ 120717 w 5734864"/>
              <a:gd name="connsiteY181" fmla="*/ 6313967 h 6858000"/>
              <a:gd name="connsiteX182" fmla="*/ 120841 w 5734864"/>
              <a:gd name="connsiteY182" fmla="*/ 6315437 h 6858000"/>
              <a:gd name="connsiteX183" fmla="*/ 115208 w 5734864"/>
              <a:gd name="connsiteY183" fmla="*/ 6324024 h 6858000"/>
              <a:gd name="connsiteX184" fmla="*/ 101217 w 5734864"/>
              <a:gd name="connsiteY184" fmla="*/ 6365923 h 6858000"/>
              <a:gd name="connsiteX185" fmla="*/ 74946 w 5734864"/>
              <a:gd name="connsiteY185" fmla="*/ 6556817 h 6858000"/>
              <a:gd name="connsiteX186" fmla="*/ 16001 w 5734864"/>
              <a:gd name="connsiteY186" fmla="*/ 6808678 h 6858000"/>
              <a:gd name="connsiteX187" fmla="*/ 0 w 5734864"/>
              <a:gd name="connsiteY187" fmla="*/ 6858000 h 6858000"/>
              <a:gd name="connsiteX188" fmla="*/ 5734864 w 5734864"/>
              <a:gd name="connsiteY188" fmla="*/ 685800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4660 w 5734864"/>
              <a:gd name="connsiteY33" fmla="*/ 1982709 h 6858000"/>
              <a:gd name="connsiteX34" fmla="*/ 710759 w 5734864"/>
              <a:gd name="connsiteY34" fmla="*/ 2013010 h 6858000"/>
              <a:gd name="connsiteX35" fmla="*/ 697927 w 5734864"/>
              <a:gd name="connsiteY35" fmla="*/ 2069833 h 6858000"/>
              <a:gd name="connsiteX36" fmla="*/ 693594 w 5734864"/>
              <a:gd name="connsiteY36" fmla="*/ 2103731 h 6858000"/>
              <a:gd name="connsiteX37" fmla="*/ 691109 w 5734864"/>
              <a:gd name="connsiteY37" fmla="*/ 2124027 h 6858000"/>
              <a:gd name="connsiteX38" fmla="*/ 676593 w 5734864"/>
              <a:gd name="connsiteY38" fmla="*/ 2176182 h 6858000"/>
              <a:gd name="connsiteX39" fmla="*/ 633227 w 5734864"/>
              <a:gd name="connsiteY39" fmla="*/ 2258036 h 6858000"/>
              <a:gd name="connsiteX40" fmla="*/ 625564 w 5734864"/>
              <a:gd name="connsiteY40" fmla="*/ 2284567 h 6858000"/>
              <a:gd name="connsiteX41" fmla="*/ 627074 w 5734864"/>
              <a:gd name="connsiteY41" fmla="*/ 2289605 h 6858000"/>
              <a:gd name="connsiteX42" fmla="*/ 614574 w 5734864"/>
              <a:gd name="connsiteY42" fmla="*/ 2308717 h 6858000"/>
              <a:gd name="connsiteX43" fmla="*/ 606890 w 5734864"/>
              <a:gd name="connsiteY43" fmla="*/ 2320662 h 6858000"/>
              <a:gd name="connsiteX44" fmla="*/ 605558 w 5734864"/>
              <a:gd name="connsiteY44" fmla="*/ 2327897 h 6858000"/>
              <a:gd name="connsiteX45" fmla="*/ 602202 w 5734864"/>
              <a:gd name="connsiteY45" fmla="*/ 2357749 h 6858000"/>
              <a:gd name="connsiteX46" fmla="*/ 600213 w 5734864"/>
              <a:gd name="connsiteY46" fmla="*/ 2364905 h 6858000"/>
              <a:gd name="connsiteX47" fmla="*/ 597160 w 5734864"/>
              <a:gd name="connsiteY47" fmla="*/ 2388351 h 6858000"/>
              <a:gd name="connsiteX48" fmla="*/ 597982 w 5734864"/>
              <a:gd name="connsiteY48" fmla="*/ 2402296 h 6858000"/>
              <a:gd name="connsiteX49" fmla="*/ 593150 w 5734864"/>
              <a:gd name="connsiteY49" fmla="*/ 2420015 h 6858000"/>
              <a:gd name="connsiteX50" fmla="*/ 592833 w 5734864"/>
              <a:gd name="connsiteY50" fmla="*/ 2422749 h 6858000"/>
              <a:gd name="connsiteX51" fmla="*/ 594479 w 5734864"/>
              <a:gd name="connsiteY51" fmla="*/ 2426002 h 6858000"/>
              <a:gd name="connsiteX52" fmla="*/ 591963 w 5734864"/>
              <a:gd name="connsiteY52" fmla="*/ 2431950 h 6858000"/>
              <a:gd name="connsiteX53" fmla="*/ 591544 w 5734864"/>
              <a:gd name="connsiteY53" fmla="*/ 2433897 h 6858000"/>
              <a:gd name="connsiteX54" fmla="*/ 589519 w 5734864"/>
              <a:gd name="connsiteY54" fmla="*/ 2451398 h 6858000"/>
              <a:gd name="connsiteX55" fmla="*/ 590037 w 5734864"/>
              <a:gd name="connsiteY55" fmla="*/ 2455536 h 6858000"/>
              <a:gd name="connsiteX56" fmla="*/ 588179 w 5734864"/>
              <a:gd name="connsiteY56" fmla="*/ 2462981 h 6858000"/>
              <a:gd name="connsiteX57" fmla="*/ 583434 w 5734864"/>
              <a:gd name="connsiteY57" fmla="*/ 2503991 h 6858000"/>
              <a:gd name="connsiteX58" fmla="*/ 567942 w 5734864"/>
              <a:gd name="connsiteY58" fmla="*/ 2652936 h 6858000"/>
              <a:gd name="connsiteX59" fmla="*/ 573869 w 5734864"/>
              <a:gd name="connsiteY59" fmla="*/ 2670188 h 6858000"/>
              <a:gd name="connsiteX60" fmla="*/ 575243 w 5734864"/>
              <a:gd name="connsiteY60" fmla="*/ 2688114 h 6858000"/>
              <a:gd name="connsiteX61" fmla="*/ 573824 w 5734864"/>
              <a:gd name="connsiteY61" fmla="*/ 2689856 h 6858000"/>
              <a:gd name="connsiteX62" fmla="*/ 570699 w 5734864"/>
              <a:gd name="connsiteY62" fmla="*/ 2709353 h 6858000"/>
              <a:gd name="connsiteX63" fmla="*/ 573192 w 5734864"/>
              <a:gd name="connsiteY63" fmla="*/ 2714527 h 6858000"/>
              <a:gd name="connsiteX64" fmla="*/ 572044 w 5734864"/>
              <a:gd name="connsiteY64" fmla="*/ 2728187 h 6858000"/>
              <a:gd name="connsiteX65" fmla="*/ 572465 w 5734864"/>
              <a:gd name="connsiteY65" fmla="*/ 2755863 h 6858000"/>
              <a:gd name="connsiteX66" fmla="*/ 570028 w 5734864"/>
              <a:gd name="connsiteY66" fmla="*/ 2760324 h 6858000"/>
              <a:gd name="connsiteX67" fmla="*/ 566748 w 5734864"/>
              <a:gd name="connsiteY67" fmla="*/ 2800948 h 6858000"/>
              <a:gd name="connsiteX68" fmla="*/ 565509 w 5734864"/>
              <a:gd name="connsiteY68" fmla="*/ 2801167 h 6858000"/>
              <a:gd name="connsiteX69" fmla="*/ 559367 w 5734864"/>
              <a:gd name="connsiteY69" fmla="*/ 2811129 h 6858000"/>
              <a:gd name="connsiteX70" fmla="*/ 550354 w 5734864"/>
              <a:gd name="connsiteY70" fmla="*/ 2830949 h 6858000"/>
              <a:gd name="connsiteX71" fmla="*/ 514795 w 5734864"/>
              <a:gd name="connsiteY71" fmla="*/ 2872433 h 6858000"/>
              <a:gd name="connsiteX72" fmla="*/ 509875 w 5734864"/>
              <a:gd name="connsiteY72" fmla="*/ 2923099 h 6858000"/>
              <a:gd name="connsiteX73" fmla="*/ 509577 w 5734864"/>
              <a:gd name="connsiteY73" fmla="*/ 2923197 h 6858000"/>
              <a:gd name="connsiteX74" fmla="*/ 507597 w 5734864"/>
              <a:gd name="connsiteY74" fmla="*/ 2931868 h 6858000"/>
              <a:gd name="connsiteX75" fmla="*/ 507379 w 5734864"/>
              <a:gd name="connsiteY75" fmla="*/ 2938322 h 6858000"/>
              <a:gd name="connsiteX76" fmla="*/ 504725 w 5734864"/>
              <a:gd name="connsiteY76" fmla="*/ 2954519 h 6858000"/>
              <a:gd name="connsiteX77" fmla="*/ 502018 w 5734864"/>
              <a:gd name="connsiteY77" fmla="*/ 2959643 h 6858000"/>
              <a:gd name="connsiteX78" fmla="*/ 498360 w 5734864"/>
              <a:gd name="connsiteY78" fmla="*/ 2961019 h 6858000"/>
              <a:gd name="connsiteX79" fmla="*/ 498483 w 5734864"/>
              <a:gd name="connsiteY79" fmla="*/ 2962590 h 6858000"/>
              <a:gd name="connsiteX80" fmla="*/ 484403 w 5734864"/>
              <a:gd name="connsiteY80" fmla="*/ 2990538 h 6858000"/>
              <a:gd name="connsiteX81" fmla="*/ 463075 w 5734864"/>
              <a:gd name="connsiteY81" fmla="*/ 3055956 h 6858000"/>
              <a:gd name="connsiteX82" fmla="*/ 455013 w 5734864"/>
              <a:gd name="connsiteY82" fmla="*/ 3094482 h 6858000"/>
              <a:gd name="connsiteX83" fmla="*/ 428391 w 5734864"/>
              <a:gd name="connsiteY83" fmla="*/ 3198850 h 6858000"/>
              <a:gd name="connsiteX84" fmla="*/ 401440 w 5734864"/>
              <a:gd name="connsiteY84" fmla="*/ 3307560 h 6858000"/>
              <a:gd name="connsiteX85" fmla="*/ 386076 w 5734864"/>
              <a:gd name="connsiteY85" fmla="*/ 3373943 h 6858000"/>
              <a:gd name="connsiteX86" fmla="*/ 374726 w 5734864"/>
              <a:gd name="connsiteY86" fmla="*/ 3381364 h 6858000"/>
              <a:gd name="connsiteX87" fmla="*/ 369145 w 5734864"/>
              <a:gd name="connsiteY87" fmla="*/ 3383729 h 6858000"/>
              <a:gd name="connsiteX88" fmla="*/ 364294 w 5734864"/>
              <a:gd name="connsiteY88" fmla="*/ 3414159 h 6858000"/>
              <a:gd name="connsiteX89" fmla="*/ 366450 w 5734864"/>
              <a:gd name="connsiteY89" fmla="*/ 3436925 h 6858000"/>
              <a:gd name="connsiteX90" fmla="*/ 351743 w 5734864"/>
              <a:gd name="connsiteY90" fmla="*/ 3521619 h 6858000"/>
              <a:gd name="connsiteX91" fmla="*/ 345784 w 5734864"/>
              <a:gd name="connsiteY91" fmla="*/ 3603757 h 6858000"/>
              <a:gd name="connsiteX92" fmla="*/ 344198 w 5734864"/>
              <a:gd name="connsiteY92" fmla="*/ 3652424 h 6858000"/>
              <a:gd name="connsiteX93" fmla="*/ 352450 w 5734864"/>
              <a:gd name="connsiteY93" fmla="*/ 3665222 h 6858000"/>
              <a:gd name="connsiteX94" fmla="*/ 342621 w 5734864"/>
              <a:gd name="connsiteY94" fmla="*/ 3700804 h 6858000"/>
              <a:gd name="connsiteX95" fmla="*/ 341514 w 5734864"/>
              <a:gd name="connsiteY95" fmla="*/ 3734774 h 6858000"/>
              <a:gd name="connsiteX96" fmla="*/ 340607 w 5734864"/>
              <a:gd name="connsiteY96" fmla="*/ 3785153 h 6858000"/>
              <a:gd name="connsiteX97" fmla="*/ 340707 w 5734864"/>
              <a:gd name="connsiteY97" fmla="*/ 3788177 h 6858000"/>
              <a:gd name="connsiteX98" fmla="*/ 340361 w 5734864"/>
              <a:gd name="connsiteY98" fmla="*/ 3798803 h 6858000"/>
              <a:gd name="connsiteX99" fmla="*/ 339642 w 5734864"/>
              <a:gd name="connsiteY99" fmla="*/ 3838750 h 6858000"/>
              <a:gd name="connsiteX100" fmla="*/ 360295 w 5734864"/>
              <a:gd name="connsiteY100" fmla="*/ 4015196 h 6858000"/>
              <a:gd name="connsiteX101" fmla="*/ 339043 w 5734864"/>
              <a:gd name="connsiteY101" fmla="*/ 4052778 h 6858000"/>
              <a:gd name="connsiteX102" fmla="*/ 339343 w 5734864"/>
              <a:gd name="connsiteY102" fmla="*/ 4096257 h 6858000"/>
              <a:gd name="connsiteX103" fmla="*/ 340786 w 5734864"/>
              <a:gd name="connsiteY103" fmla="*/ 4321136 h 6858000"/>
              <a:gd name="connsiteX104" fmla="*/ 343158 w 5734864"/>
              <a:gd name="connsiteY104" fmla="*/ 4429174 h 6858000"/>
              <a:gd name="connsiteX105" fmla="*/ 334599 w 5734864"/>
              <a:gd name="connsiteY105" fmla="*/ 4449938 h 6858000"/>
              <a:gd name="connsiteX106" fmla="*/ 332890 w 5734864"/>
              <a:gd name="connsiteY106" fmla="*/ 4453515 h 6858000"/>
              <a:gd name="connsiteX107" fmla="*/ 331105 w 5734864"/>
              <a:gd name="connsiteY107" fmla="*/ 4467941 h 6858000"/>
              <a:gd name="connsiteX108" fmla="*/ 324289 w 5734864"/>
              <a:gd name="connsiteY108" fmla="*/ 4471861 h 6858000"/>
              <a:gd name="connsiteX109" fmla="*/ 317079 w 5734864"/>
              <a:gd name="connsiteY109" fmla="*/ 4493468 h 6858000"/>
              <a:gd name="connsiteX110" fmla="*/ 315557 w 5734864"/>
              <a:gd name="connsiteY110" fmla="*/ 4520067 h 6858000"/>
              <a:gd name="connsiteX111" fmla="*/ 315240 w 5734864"/>
              <a:gd name="connsiteY111" fmla="*/ 4536872 h 6858000"/>
              <a:gd name="connsiteX112" fmla="*/ 316200 w 5734864"/>
              <a:gd name="connsiteY112" fmla="*/ 4538297 h 6858000"/>
              <a:gd name="connsiteX113" fmla="*/ 317507 w 5734864"/>
              <a:gd name="connsiteY113" fmla="*/ 4547582 h 6858000"/>
              <a:gd name="connsiteX114" fmla="*/ 323078 w 5734864"/>
              <a:gd name="connsiteY114" fmla="*/ 4592102 h 6858000"/>
              <a:gd name="connsiteX115" fmla="*/ 328722 w 5734864"/>
              <a:gd name="connsiteY115" fmla="*/ 4667914 h 6858000"/>
              <a:gd name="connsiteX116" fmla="*/ 335597 w 5734864"/>
              <a:gd name="connsiteY116" fmla="*/ 4695035 h 6858000"/>
              <a:gd name="connsiteX117" fmla="*/ 339485 w 5734864"/>
              <a:gd name="connsiteY117" fmla="*/ 4695979 h 6858000"/>
              <a:gd name="connsiteX118" fmla="*/ 341089 w 5734864"/>
              <a:gd name="connsiteY118" fmla="*/ 4704268 h 6858000"/>
              <a:gd name="connsiteX119" fmla="*/ 342177 w 5734864"/>
              <a:gd name="connsiteY119" fmla="*/ 4706060 h 6858000"/>
              <a:gd name="connsiteX120" fmla="*/ 347751 w 5734864"/>
              <a:gd name="connsiteY120" fmla="*/ 4716754 h 6858000"/>
              <a:gd name="connsiteX121" fmla="*/ 344125 w 5734864"/>
              <a:gd name="connsiteY121" fmla="*/ 4764669 h 6858000"/>
              <a:gd name="connsiteX122" fmla="*/ 340188 w 5734864"/>
              <a:gd name="connsiteY122" fmla="*/ 4779386 h 6858000"/>
              <a:gd name="connsiteX123" fmla="*/ 335146 w 5734864"/>
              <a:gd name="connsiteY123" fmla="*/ 4787491 h 6858000"/>
              <a:gd name="connsiteX124" fmla="*/ 319124 w 5734864"/>
              <a:gd name="connsiteY124" fmla="*/ 4843514 h 6858000"/>
              <a:gd name="connsiteX125" fmla="*/ 305956 w 5734864"/>
              <a:gd name="connsiteY125" fmla="*/ 4881505 h 6858000"/>
              <a:gd name="connsiteX126" fmla="*/ 301062 w 5734864"/>
              <a:gd name="connsiteY126" fmla="*/ 4889332 h 6858000"/>
              <a:gd name="connsiteX127" fmla="*/ 302141 w 5734864"/>
              <a:gd name="connsiteY127" fmla="*/ 4899400 h 6858000"/>
              <a:gd name="connsiteX128" fmla="*/ 304424 w 5734864"/>
              <a:gd name="connsiteY128" fmla="*/ 4902664 h 6858000"/>
              <a:gd name="connsiteX129" fmla="*/ 293123 w 5734864"/>
              <a:gd name="connsiteY129" fmla="*/ 4932769 h 6858000"/>
              <a:gd name="connsiteX130" fmla="*/ 292275 w 5734864"/>
              <a:gd name="connsiteY130" fmla="*/ 4936482 h 6858000"/>
              <a:gd name="connsiteX131" fmla="*/ 288304 w 5734864"/>
              <a:gd name="connsiteY131" fmla="*/ 4962325 h 6858000"/>
              <a:gd name="connsiteX132" fmla="*/ 287420 w 5734864"/>
              <a:gd name="connsiteY132" fmla="*/ 5042193 h 6858000"/>
              <a:gd name="connsiteX133" fmla="*/ 287020 w 5734864"/>
              <a:gd name="connsiteY133" fmla="*/ 5065655 h 6858000"/>
              <a:gd name="connsiteX134" fmla="*/ 288488 w 5734864"/>
              <a:gd name="connsiteY134" fmla="*/ 5082216 h 6858000"/>
              <a:gd name="connsiteX135" fmla="*/ 282763 w 5734864"/>
              <a:gd name="connsiteY135" fmla="*/ 5127114 h 6858000"/>
              <a:gd name="connsiteX136" fmla="*/ 269316 w 5734864"/>
              <a:gd name="connsiteY136" fmla="*/ 5202682 h 6858000"/>
              <a:gd name="connsiteX137" fmla="*/ 269174 w 5734864"/>
              <a:gd name="connsiteY137" fmla="*/ 5230835 h 6858000"/>
              <a:gd name="connsiteX138" fmla="*/ 272679 w 5734864"/>
              <a:gd name="connsiteY138" fmla="*/ 5232660 h 6858000"/>
              <a:gd name="connsiteX139" fmla="*/ 272160 w 5734864"/>
              <a:gd name="connsiteY139" fmla="*/ 5241150 h 6858000"/>
              <a:gd name="connsiteX140" fmla="*/ 272760 w 5734864"/>
              <a:gd name="connsiteY140" fmla="*/ 5243156 h 6858000"/>
              <a:gd name="connsiteX141" fmla="*/ 275462 w 5734864"/>
              <a:gd name="connsiteY141" fmla="*/ 5254919 h 6858000"/>
              <a:gd name="connsiteX142" fmla="*/ 262897 w 5734864"/>
              <a:gd name="connsiteY142" fmla="*/ 5286259 h 6858000"/>
              <a:gd name="connsiteX143" fmla="*/ 252761 w 5734864"/>
              <a:gd name="connsiteY143" fmla="*/ 5357801 h 6858000"/>
              <a:gd name="connsiteX144" fmla="*/ 242360 w 5734864"/>
              <a:gd name="connsiteY144" fmla="*/ 5460080 h 6858000"/>
              <a:gd name="connsiteX145" fmla="*/ 229880 w 5734864"/>
              <a:gd name="connsiteY145" fmla="*/ 5539714 h 6858000"/>
              <a:gd name="connsiteX146" fmla="*/ 204283 w 5734864"/>
              <a:gd name="connsiteY146" fmla="*/ 5639080 h 6858000"/>
              <a:gd name="connsiteX147" fmla="*/ 198948 w 5734864"/>
              <a:gd name="connsiteY147" fmla="*/ 5710958 h 6858000"/>
              <a:gd name="connsiteX148" fmla="*/ 192367 w 5734864"/>
              <a:gd name="connsiteY148" fmla="*/ 5719859 h 6858000"/>
              <a:gd name="connsiteX149" fmla="*/ 188035 w 5734864"/>
              <a:gd name="connsiteY149" fmla="*/ 5729935 h 6858000"/>
              <a:gd name="connsiteX150" fmla="*/ 188428 w 5734864"/>
              <a:gd name="connsiteY150" fmla="*/ 5731182 h 6858000"/>
              <a:gd name="connsiteX151" fmla="*/ 181635 w 5734864"/>
              <a:gd name="connsiteY151" fmla="*/ 5753538 h 6858000"/>
              <a:gd name="connsiteX152" fmla="*/ 169744 w 5734864"/>
              <a:gd name="connsiteY152" fmla="*/ 5796307 h 6858000"/>
              <a:gd name="connsiteX153" fmla="*/ 170351 w 5734864"/>
              <a:gd name="connsiteY153" fmla="*/ 5796644 h 6858000"/>
              <a:gd name="connsiteX154" fmla="*/ 171559 w 5734864"/>
              <a:gd name="connsiteY154" fmla="*/ 5803435 h 6858000"/>
              <a:gd name="connsiteX155" fmla="*/ 172284 w 5734864"/>
              <a:gd name="connsiteY155" fmla="*/ 5816391 h 6858000"/>
              <a:gd name="connsiteX156" fmla="*/ 182542 w 5734864"/>
              <a:gd name="connsiteY156" fmla="*/ 5846382 h 6858000"/>
              <a:gd name="connsiteX157" fmla="*/ 175877 w 5734864"/>
              <a:gd name="connsiteY157" fmla="*/ 5871336 h 6858000"/>
              <a:gd name="connsiteX158" fmla="*/ 174910 w 5734864"/>
              <a:gd name="connsiteY158" fmla="*/ 5876376 h 6858000"/>
              <a:gd name="connsiteX159" fmla="*/ 175047 w 5734864"/>
              <a:gd name="connsiteY159" fmla="*/ 5876483 h 6858000"/>
              <a:gd name="connsiteX160" fmla="*/ 174335 w 5734864"/>
              <a:gd name="connsiteY160" fmla="*/ 5881814 h 6858000"/>
              <a:gd name="connsiteX161" fmla="*/ 171273 w 5734864"/>
              <a:gd name="connsiteY161" fmla="*/ 5895339 h 6858000"/>
              <a:gd name="connsiteX162" fmla="*/ 171658 w 5734864"/>
              <a:gd name="connsiteY162" fmla="*/ 5898749 h 6858000"/>
              <a:gd name="connsiteX163" fmla="*/ 174658 w 5734864"/>
              <a:gd name="connsiteY163" fmla="*/ 5919558 h 6858000"/>
              <a:gd name="connsiteX164" fmla="*/ 169099 w 5734864"/>
              <a:gd name="connsiteY164" fmla="*/ 5984417 h 6858000"/>
              <a:gd name="connsiteX165" fmla="*/ 162007 w 5734864"/>
              <a:gd name="connsiteY165" fmla="*/ 6049043 h 6858000"/>
              <a:gd name="connsiteX166" fmla="*/ 156875 w 5734864"/>
              <a:gd name="connsiteY166" fmla="*/ 6114000 h 6858000"/>
              <a:gd name="connsiteX167" fmla="*/ 165441 w 5734864"/>
              <a:gd name="connsiteY167" fmla="*/ 6146938 h 6858000"/>
              <a:gd name="connsiteX168" fmla="*/ 165177 w 5734864"/>
              <a:gd name="connsiteY168" fmla="*/ 6150658 h 6858000"/>
              <a:gd name="connsiteX169" fmla="*/ 161772 w 5734864"/>
              <a:gd name="connsiteY169" fmla="*/ 6160011 h 6858000"/>
              <a:gd name="connsiteX170" fmla="*/ 160051 w 5734864"/>
              <a:gd name="connsiteY170" fmla="*/ 6163393 h 6858000"/>
              <a:gd name="connsiteX171" fmla="*/ 158473 w 5734864"/>
              <a:gd name="connsiteY171" fmla="*/ 6168628 h 6858000"/>
              <a:gd name="connsiteX172" fmla="*/ 158573 w 5734864"/>
              <a:gd name="connsiteY172" fmla="*/ 6168799 h 6858000"/>
              <a:gd name="connsiteX173" fmla="*/ 146463 w 5734864"/>
              <a:gd name="connsiteY173" fmla="*/ 6196671 h 6858000"/>
              <a:gd name="connsiteX174" fmla="*/ 150209 w 5734864"/>
              <a:gd name="connsiteY174" fmla="*/ 6232365 h 6858000"/>
              <a:gd name="connsiteX175" fmla="*/ 148544 w 5734864"/>
              <a:gd name="connsiteY175" fmla="*/ 6246162 h 6858000"/>
              <a:gd name="connsiteX176" fmla="*/ 148403 w 5734864"/>
              <a:gd name="connsiteY176" fmla="*/ 6253754 h 6858000"/>
              <a:gd name="connsiteX177" fmla="*/ 138880 w 5734864"/>
              <a:gd name="connsiteY177" fmla="*/ 6276449 h 6858000"/>
              <a:gd name="connsiteX178" fmla="*/ 138683 w 5734864"/>
              <a:gd name="connsiteY178" fmla="*/ 6279721 h 6858000"/>
              <a:gd name="connsiteX179" fmla="*/ 130721 w 5734864"/>
              <a:gd name="connsiteY179" fmla="*/ 6293675 h 6858000"/>
              <a:gd name="connsiteX180" fmla="*/ 120717 w 5734864"/>
              <a:gd name="connsiteY180" fmla="*/ 6313967 h 6858000"/>
              <a:gd name="connsiteX181" fmla="*/ 120841 w 5734864"/>
              <a:gd name="connsiteY181" fmla="*/ 6315437 h 6858000"/>
              <a:gd name="connsiteX182" fmla="*/ 115208 w 5734864"/>
              <a:gd name="connsiteY182" fmla="*/ 6324024 h 6858000"/>
              <a:gd name="connsiteX183" fmla="*/ 101217 w 5734864"/>
              <a:gd name="connsiteY183" fmla="*/ 6365923 h 6858000"/>
              <a:gd name="connsiteX184" fmla="*/ 74946 w 5734864"/>
              <a:gd name="connsiteY184" fmla="*/ 6556817 h 6858000"/>
              <a:gd name="connsiteX185" fmla="*/ 16001 w 5734864"/>
              <a:gd name="connsiteY185" fmla="*/ 6808678 h 6858000"/>
              <a:gd name="connsiteX186" fmla="*/ 0 w 5734864"/>
              <a:gd name="connsiteY186" fmla="*/ 6858000 h 6858000"/>
              <a:gd name="connsiteX187" fmla="*/ 5734864 w 5734864"/>
              <a:gd name="connsiteY187" fmla="*/ 6858000 h 6858000"/>
              <a:gd name="connsiteX188" fmla="*/ 5734864 w 5734864"/>
              <a:gd name="connsiteY188" fmla="*/ 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7865 w 5734864"/>
              <a:gd name="connsiteY13" fmla="*/ 1070795 h 6858000"/>
              <a:gd name="connsiteX14" fmla="*/ 862786 w 5734864"/>
              <a:gd name="connsiteY14" fmla="*/ 1238994 h 6858000"/>
              <a:gd name="connsiteX15" fmla="*/ 859345 w 5734864"/>
              <a:gd name="connsiteY15" fmla="*/ 1380427 h 6858000"/>
              <a:gd name="connsiteX16" fmla="*/ 855172 w 5734864"/>
              <a:gd name="connsiteY16" fmla="*/ 1435262 h 6858000"/>
              <a:gd name="connsiteX17" fmla="*/ 860494 w 5734864"/>
              <a:gd name="connsiteY17" fmla="*/ 1453861 h 6858000"/>
              <a:gd name="connsiteX18" fmla="*/ 853731 w 5734864"/>
              <a:gd name="connsiteY18" fmla="*/ 1467047 h 6858000"/>
              <a:gd name="connsiteX19" fmla="*/ 845847 w 5734864"/>
              <a:gd name="connsiteY19" fmla="*/ 1502307 h 6858000"/>
              <a:gd name="connsiteX20" fmla="*/ 817613 w 5734864"/>
              <a:gd name="connsiteY20" fmla="*/ 1565166 h 6858000"/>
              <a:gd name="connsiteX21" fmla="*/ 804223 w 5734864"/>
              <a:gd name="connsiteY21" fmla="*/ 1601941 h 6858000"/>
              <a:gd name="connsiteX22" fmla="*/ 791773 w 5734864"/>
              <a:gd name="connsiteY22" fmla="*/ 1627005 h 6858000"/>
              <a:gd name="connsiteX23" fmla="*/ 774645 w 5734864"/>
              <a:gd name="connsiteY23" fmla="*/ 1699922 h 6858000"/>
              <a:gd name="connsiteX24" fmla="*/ 752343 w 5734864"/>
              <a:gd name="connsiteY24" fmla="*/ 1824604 h 6858000"/>
              <a:gd name="connsiteX25" fmla="*/ 746254 w 5734864"/>
              <a:gd name="connsiteY25" fmla="*/ 1850222 h 6858000"/>
              <a:gd name="connsiteX26" fmla="*/ 728600 w 5734864"/>
              <a:gd name="connsiteY26" fmla="*/ 1869603 h 6858000"/>
              <a:gd name="connsiteX27" fmla="*/ 724396 w 5734864"/>
              <a:gd name="connsiteY27" fmla="*/ 1883104 h 6858000"/>
              <a:gd name="connsiteX28" fmla="*/ 722165 w 5734864"/>
              <a:gd name="connsiteY28" fmla="*/ 1885924 h 6858000"/>
              <a:gd name="connsiteX29" fmla="*/ 721338 w 5734864"/>
              <a:gd name="connsiteY29" fmla="*/ 1887123 h 6858000"/>
              <a:gd name="connsiteX30" fmla="*/ 714840 w 5734864"/>
              <a:gd name="connsiteY30" fmla="*/ 1902274 h 6858000"/>
              <a:gd name="connsiteX31" fmla="*/ 722847 w 5734864"/>
              <a:gd name="connsiteY31" fmla="*/ 1929891 h 6858000"/>
              <a:gd name="connsiteX32" fmla="*/ 714660 w 5734864"/>
              <a:gd name="connsiteY32" fmla="*/ 1982709 h 6858000"/>
              <a:gd name="connsiteX33" fmla="*/ 710759 w 5734864"/>
              <a:gd name="connsiteY33" fmla="*/ 2013010 h 6858000"/>
              <a:gd name="connsiteX34" fmla="*/ 697927 w 5734864"/>
              <a:gd name="connsiteY34" fmla="*/ 2069833 h 6858000"/>
              <a:gd name="connsiteX35" fmla="*/ 693594 w 5734864"/>
              <a:gd name="connsiteY35" fmla="*/ 2103731 h 6858000"/>
              <a:gd name="connsiteX36" fmla="*/ 691109 w 5734864"/>
              <a:gd name="connsiteY36" fmla="*/ 2124027 h 6858000"/>
              <a:gd name="connsiteX37" fmla="*/ 676593 w 5734864"/>
              <a:gd name="connsiteY37" fmla="*/ 2176182 h 6858000"/>
              <a:gd name="connsiteX38" fmla="*/ 633227 w 5734864"/>
              <a:gd name="connsiteY38" fmla="*/ 2258036 h 6858000"/>
              <a:gd name="connsiteX39" fmla="*/ 625564 w 5734864"/>
              <a:gd name="connsiteY39" fmla="*/ 2284567 h 6858000"/>
              <a:gd name="connsiteX40" fmla="*/ 627074 w 5734864"/>
              <a:gd name="connsiteY40" fmla="*/ 2289605 h 6858000"/>
              <a:gd name="connsiteX41" fmla="*/ 614574 w 5734864"/>
              <a:gd name="connsiteY41" fmla="*/ 2308717 h 6858000"/>
              <a:gd name="connsiteX42" fmla="*/ 606890 w 5734864"/>
              <a:gd name="connsiteY42" fmla="*/ 2320662 h 6858000"/>
              <a:gd name="connsiteX43" fmla="*/ 605558 w 5734864"/>
              <a:gd name="connsiteY43" fmla="*/ 2327897 h 6858000"/>
              <a:gd name="connsiteX44" fmla="*/ 602202 w 5734864"/>
              <a:gd name="connsiteY44" fmla="*/ 2357749 h 6858000"/>
              <a:gd name="connsiteX45" fmla="*/ 600213 w 5734864"/>
              <a:gd name="connsiteY45" fmla="*/ 2364905 h 6858000"/>
              <a:gd name="connsiteX46" fmla="*/ 597160 w 5734864"/>
              <a:gd name="connsiteY46" fmla="*/ 2388351 h 6858000"/>
              <a:gd name="connsiteX47" fmla="*/ 597982 w 5734864"/>
              <a:gd name="connsiteY47" fmla="*/ 2402296 h 6858000"/>
              <a:gd name="connsiteX48" fmla="*/ 593150 w 5734864"/>
              <a:gd name="connsiteY48" fmla="*/ 2420015 h 6858000"/>
              <a:gd name="connsiteX49" fmla="*/ 592833 w 5734864"/>
              <a:gd name="connsiteY49" fmla="*/ 2422749 h 6858000"/>
              <a:gd name="connsiteX50" fmla="*/ 594479 w 5734864"/>
              <a:gd name="connsiteY50" fmla="*/ 2426002 h 6858000"/>
              <a:gd name="connsiteX51" fmla="*/ 591963 w 5734864"/>
              <a:gd name="connsiteY51" fmla="*/ 2431950 h 6858000"/>
              <a:gd name="connsiteX52" fmla="*/ 591544 w 5734864"/>
              <a:gd name="connsiteY52" fmla="*/ 2433897 h 6858000"/>
              <a:gd name="connsiteX53" fmla="*/ 589519 w 5734864"/>
              <a:gd name="connsiteY53" fmla="*/ 2451398 h 6858000"/>
              <a:gd name="connsiteX54" fmla="*/ 590037 w 5734864"/>
              <a:gd name="connsiteY54" fmla="*/ 2455536 h 6858000"/>
              <a:gd name="connsiteX55" fmla="*/ 588179 w 5734864"/>
              <a:gd name="connsiteY55" fmla="*/ 2462981 h 6858000"/>
              <a:gd name="connsiteX56" fmla="*/ 583434 w 5734864"/>
              <a:gd name="connsiteY56" fmla="*/ 2503991 h 6858000"/>
              <a:gd name="connsiteX57" fmla="*/ 567942 w 5734864"/>
              <a:gd name="connsiteY57" fmla="*/ 2652936 h 6858000"/>
              <a:gd name="connsiteX58" fmla="*/ 573869 w 5734864"/>
              <a:gd name="connsiteY58" fmla="*/ 2670188 h 6858000"/>
              <a:gd name="connsiteX59" fmla="*/ 575243 w 5734864"/>
              <a:gd name="connsiteY59" fmla="*/ 2688114 h 6858000"/>
              <a:gd name="connsiteX60" fmla="*/ 573824 w 5734864"/>
              <a:gd name="connsiteY60" fmla="*/ 2689856 h 6858000"/>
              <a:gd name="connsiteX61" fmla="*/ 570699 w 5734864"/>
              <a:gd name="connsiteY61" fmla="*/ 2709353 h 6858000"/>
              <a:gd name="connsiteX62" fmla="*/ 573192 w 5734864"/>
              <a:gd name="connsiteY62" fmla="*/ 2714527 h 6858000"/>
              <a:gd name="connsiteX63" fmla="*/ 572044 w 5734864"/>
              <a:gd name="connsiteY63" fmla="*/ 2728187 h 6858000"/>
              <a:gd name="connsiteX64" fmla="*/ 572465 w 5734864"/>
              <a:gd name="connsiteY64" fmla="*/ 2755863 h 6858000"/>
              <a:gd name="connsiteX65" fmla="*/ 570028 w 5734864"/>
              <a:gd name="connsiteY65" fmla="*/ 2760324 h 6858000"/>
              <a:gd name="connsiteX66" fmla="*/ 566748 w 5734864"/>
              <a:gd name="connsiteY66" fmla="*/ 2800948 h 6858000"/>
              <a:gd name="connsiteX67" fmla="*/ 565509 w 5734864"/>
              <a:gd name="connsiteY67" fmla="*/ 2801167 h 6858000"/>
              <a:gd name="connsiteX68" fmla="*/ 559367 w 5734864"/>
              <a:gd name="connsiteY68" fmla="*/ 2811129 h 6858000"/>
              <a:gd name="connsiteX69" fmla="*/ 550354 w 5734864"/>
              <a:gd name="connsiteY69" fmla="*/ 2830949 h 6858000"/>
              <a:gd name="connsiteX70" fmla="*/ 514795 w 5734864"/>
              <a:gd name="connsiteY70" fmla="*/ 2872433 h 6858000"/>
              <a:gd name="connsiteX71" fmla="*/ 509875 w 5734864"/>
              <a:gd name="connsiteY71" fmla="*/ 2923099 h 6858000"/>
              <a:gd name="connsiteX72" fmla="*/ 509577 w 5734864"/>
              <a:gd name="connsiteY72" fmla="*/ 2923197 h 6858000"/>
              <a:gd name="connsiteX73" fmla="*/ 507597 w 5734864"/>
              <a:gd name="connsiteY73" fmla="*/ 2931868 h 6858000"/>
              <a:gd name="connsiteX74" fmla="*/ 507379 w 5734864"/>
              <a:gd name="connsiteY74" fmla="*/ 2938322 h 6858000"/>
              <a:gd name="connsiteX75" fmla="*/ 504725 w 5734864"/>
              <a:gd name="connsiteY75" fmla="*/ 2954519 h 6858000"/>
              <a:gd name="connsiteX76" fmla="*/ 502018 w 5734864"/>
              <a:gd name="connsiteY76" fmla="*/ 2959643 h 6858000"/>
              <a:gd name="connsiteX77" fmla="*/ 498360 w 5734864"/>
              <a:gd name="connsiteY77" fmla="*/ 2961019 h 6858000"/>
              <a:gd name="connsiteX78" fmla="*/ 498483 w 5734864"/>
              <a:gd name="connsiteY78" fmla="*/ 2962590 h 6858000"/>
              <a:gd name="connsiteX79" fmla="*/ 484403 w 5734864"/>
              <a:gd name="connsiteY79" fmla="*/ 2990538 h 6858000"/>
              <a:gd name="connsiteX80" fmla="*/ 463075 w 5734864"/>
              <a:gd name="connsiteY80" fmla="*/ 3055956 h 6858000"/>
              <a:gd name="connsiteX81" fmla="*/ 455013 w 5734864"/>
              <a:gd name="connsiteY81" fmla="*/ 3094482 h 6858000"/>
              <a:gd name="connsiteX82" fmla="*/ 428391 w 5734864"/>
              <a:gd name="connsiteY82" fmla="*/ 3198850 h 6858000"/>
              <a:gd name="connsiteX83" fmla="*/ 401440 w 5734864"/>
              <a:gd name="connsiteY83" fmla="*/ 3307560 h 6858000"/>
              <a:gd name="connsiteX84" fmla="*/ 386076 w 5734864"/>
              <a:gd name="connsiteY84" fmla="*/ 3373943 h 6858000"/>
              <a:gd name="connsiteX85" fmla="*/ 374726 w 5734864"/>
              <a:gd name="connsiteY85" fmla="*/ 3381364 h 6858000"/>
              <a:gd name="connsiteX86" fmla="*/ 369145 w 5734864"/>
              <a:gd name="connsiteY86" fmla="*/ 3383729 h 6858000"/>
              <a:gd name="connsiteX87" fmla="*/ 364294 w 5734864"/>
              <a:gd name="connsiteY87" fmla="*/ 3414159 h 6858000"/>
              <a:gd name="connsiteX88" fmla="*/ 366450 w 5734864"/>
              <a:gd name="connsiteY88" fmla="*/ 3436925 h 6858000"/>
              <a:gd name="connsiteX89" fmla="*/ 351743 w 5734864"/>
              <a:gd name="connsiteY89" fmla="*/ 3521619 h 6858000"/>
              <a:gd name="connsiteX90" fmla="*/ 345784 w 5734864"/>
              <a:gd name="connsiteY90" fmla="*/ 3603757 h 6858000"/>
              <a:gd name="connsiteX91" fmla="*/ 344198 w 5734864"/>
              <a:gd name="connsiteY91" fmla="*/ 3652424 h 6858000"/>
              <a:gd name="connsiteX92" fmla="*/ 352450 w 5734864"/>
              <a:gd name="connsiteY92" fmla="*/ 3665222 h 6858000"/>
              <a:gd name="connsiteX93" fmla="*/ 342621 w 5734864"/>
              <a:gd name="connsiteY93" fmla="*/ 3700804 h 6858000"/>
              <a:gd name="connsiteX94" fmla="*/ 341514 w 5734864"/>
              <a:gd name="connsiteY94" fmla="*/ 3734774 h 6858000"/>
              <a:gd name="connsiteX95" fmla="*/ 340607 w 5734864"/>
              <a:gd name="connsiteY95" fmla="*/ 3785153 h 6858000"/>
              <a:gd name="connsiteX96" fmla="*/ 340707 w 5734864"/>
              <a:gd name="connsiteY96" fmla="*/ 3788177 h 6858000"/>
              <a:gd name="connsiteX97" fmla="*/ 340361 w 5734864"/>
              <a:gd name="connsiteY97" fmla="*/ 3798803 h 6858000"/>
              <a:gd name="connsiteX98" fmla="*/ 339642 w 5734864"/>
              <a:gd name="connsiteY98" fmla="*/ 3838750 h 6858000"/>
              <a:gd name="connsiteX99" fmla="*/ 360295 w 5734864"/>
              <a:gd name="connsiteY99" fmla="*/ 4015196 h 6858000"/>
              <a:gd name="connsiteX100" fmla="*/ 339043 w 5734864"/>
              <a:gd name="connsiteY100" fmla="*/ 4052778 h 6858000"/>
              <a:gd name="connsiteX101" fmla="*/ 339343 w 5734864"/>
              <a:gd name="connsiteY101" fmla="*/ 4096257 h 6858000"/>
              <a:gd name="connsiteX102" fmla="*/ 340786 w 5734864"/>
              <a:gd name="connsiteY102" fmla="*/ 4321136 h 6858000"/>
              <a:gd name="connsiteX103" fmla="*/ 343158 w 5734864"/>
              <a:gd name="connsiteY103" fmla="*/ 4429174 h 6858000"/>
              <a:gd name="connsiteX104" fmla="*/ 334599 w 5734864"/>
              <a:gd name="connsiteY104" fmla="*/ 4449938 h 6858000"/>
              <a:gd name="connsiteX105" fmla="*/ 332890 w 5734864"/>
              <a:gd name="connsiteY105" fmla="*/ 4453515 h 6858000"/>
              <a:gd name="connsiteX106" fmla="*/ 331105 w 5734864"/>
              <a:gd name="connsiteY106" fmla="*/ 4467941 h 6858000"/>
              <a:gd name="connsiteX107" fmla="*/ 324289 w 5734864"/>
              <a:gd name="connsiteY107" fmla="*/ 4471861 h 6858000"/>
              <a:gd name="connsiteX108" fmla="*/ 317079 w 5734864"/>
              <a:gd name="connsiteY108" fmla="*/ 4493468 h 6858000"/>
              <a:gd name="connsiteX109" fmla="*/ 315557 w 5734864"/>
              <a:gd name="connsiteY109" fmla="*/ 4520067 h 6858000"/>
              <a:gd name="connsiteX110" fmla="*/ 315240 w 5734864"/>
              <a:gd name="connsiteY110" fmla="*/ 4536872 h 6858000"/>
              <a:gd name="connsiteX111" fmla="*/ 316200 w 5734864"/>
              <a:gd name="connsiteY111" fmla="*/ 4538297 h 6858000"/>
              <a:gd name="connsiteX112" fmla="*/ 317507 w 5734864"/>
              <a:gd name="connsiteY112" fmla="*/ 4547582 h 6858000"/>
              <a:gd name="connsiteX113" fmla="*/ 323078 w 5734864"/>
              <a:gd name="connsiteY113" fmla="*/ 4592102 h 6858000"/>
              <a:gd name="connsiteX114" fmla="*/ 328722 w 5734864"/>
              <a:gd name="connsiteY114" fmla="*/ 4667914 h 6858000"/>
              <a:gd name="connsiteX115" fmla="*/ 335597 w 5734864"/>
              <a:gd name="connsiteY115" fmla="*/ 4695035 h 6858000"/>
              <a:gd name="connsiteX116" fmla="*/ 339485 w 5734864"/>
              <a:gd name="connsiteY116" fmla="*/ 4695979 h 6858000"/>
              <a:gd name="connsiteX117" fmla="*/ 341089 w 5734864"/>
              <a:gd name="connsiteY117" fmla="*/ 4704268 h 6858000"/>
              <a:gd name="connsiteX118" fmla="*/ 342177 w 5734864"/>
              <a:gd name="connsiteY118" fmla="*/ 4706060 h 6858000"/>
              <a:gd name="connsiteX119" fmla="*/ 347751 w 5734864"/>
              <a:gd name="connsiteY119" fmla="*/ 4716754 h 6858000"/>
              <a:gd name="connsiteX120" fmla="*/ 344125 w 5734864"/>
              <a:gd name="connsiteY120" fmla="*/ 4764669 h 6858000"/>
              <a:gd name="connsiteX121" fmla="*/ 340188 w 5734864"/>
              <a:gd name="connsiteY121" fmla="*/ 4779386 h 6858000"/>
              <a:gd name="connsiteX122" fmla="*/ 335146 w 5734864"/>
              <a:gd name="connsiteY122" fmla="*/ 4787491 h 6858000"/>
              <a:gd name="connsiteX123" fmla="*/ 319124 w 5734864"/>
              <a:gd name="connsiteY123" fmla="*/ 4843514 h 6858000"/>
              <a:gd name="connsiteX124" fmla="*/ 305956 w 5734864"/>
              <a:gd name="connsiteY124" fmla="*/ 4881505 h 6858000"/>
              <a:gd name="connsiteX125" fmla="*/ 301062 w 5734864"/>
              <a:gd name="connsiteY125" fmla="*/ 4889332 h 6858000"/>
              <a:gd name="connsiteX126" fmla="*/ 302141 w 5734864"/>
              <a:gd name="connsiteY126" fmla="*/ 4899400 h 6858000"/>
              <a:gd name="connsiteX127" fmla="*/ 304424 w 5734864"/>
              <a:gd name="connsiteY127" fmla="*/ 4902664 h 6858000"/>
              <a:gd name="connsiteX128" fmla="*/ 293123 w 5734864"/>
              <a:gd name="connsiteY128" fmla="*/ 4932769 h 6858000"/>
              <a:gd name="connsiteX129" fmla="*/ 292275 w 5734864"/>
              <a:gd name="connsiteY129" fmla="*/ 4936482 h 6858000"/>
              <a:gd name="connsiteX130" fmla="*/ 288304 w 5734864"/>
              <a:gd name="connsiteY130" fmla="*/ 4962325 h 6858000"/>
              <a:gd name="connsiteX131" fmla="*/ 287420 w 5734864"/>
              <a:gd name="connsiteY131" fmla="*/ 5042193 h 6858000"/>
              <a:gd name="connsiteX132" fmla="*/ 287020 w 5734864"/>
              <a:gd name="connsiteY132" fmla="*/ 5065655 h 6858000"/>
              <a:gd name="connsiteX133" fmla="*/ 288488 w 5734864"/>
              <a:gd name="connsiteY133" fmla="*/ 5082216 h 6858000"/>
              <a:gd name="connsiteX134" fmla="*/ 282763 w 5734864"/>
              <a:gd name="connsiteY134" fmla="*/ 5127114 h 6858000"/>
              <a:gd name="connsiteX135" fmla="*/ 269316 w 5734864"/>
              <a:gd name="connsiteY135" fmla="*/ 5202682 h 6858000"/>
              <a:gd name="connsiteX136" fmla="*/ 269174 w 5734864"/>
              <a:gd name="connsiteY136" fmla="*/ 5230835 h 6858000"/>
              <a:gd name="connsiteX137" fmla="*/ 272679 w 5734864"/>
              <a:gd name="connsiteY137" fmla="*/ 5232660 h 6858000"/>
              <a:gd name="connsiteX138" fmla="*/ 272160 w 5734864"/>
              <a:gd name="connsiteY138" fmla="*/ 5241150 h 6858000"/>
              <a:gd name="connsiteX139" fmla="*/ 272760 w 5734864"/>
              <a:gd name="connsiteY139" fmla="*/ 5243156 h 6858000"/>
              <a:gd name="connsiteX140" fmla="*/ 275462 w 5734864"/>
              <a:gd name="connsiteY140" fmla="*/ 5254919 h 6858000"/>
              <a:gd name="connsiteX141" fmla="*/ 262897 w 5734864"/>
              <a:gd name="connsiteY141" fmla="*/ 5286259 h 6858000"/>
              <a:gd name="connsiteX142" fmla="*/ 252761 w 5734864"/>
              <a:gd name="connsiteY142" fmla="*/ 5357801 h 6858000"/>
              <a:gd name="connsiteX143" fmla="*/ 242360 w 5734864"/>
              <a:gd name="connsiteY143" fmla="*/ 5460080 h 6858000"/>
              <a:gd name="connsiteX144" fmla="*/ 229880 w 5734864"/>
              <a:gd name="connsiteY144" fmla="*/ 5539714 h 6858000"/>
              <a:gd name="connsiteX145" fmla="*/ 204283 w 5734864"/>
              <a:gd name="connsiteY145" fmla="*/ 5639080 h 6858000"/>
              <a:gd name="connsiteX146" fmla="*/ 198948 w 5734864"/>
              <a:gd name="connsiteY146" fmla="*/ 5710958 h 6858000"/>
              <a:gd name="connsiteX147" fmla="*/ 192367 w 5734864"/>
              <a:gd name="connsiteY147" fmla="*/ 5719859 h 6858000"/>
              <a:gd name="connsiteX148" fmla="*/ 188035 w 5734864"/>
              <a:gd name="connsiteY148" fmla="*/ 5729935 h 6858000"/>
              <a:gd name="connsiteX149" fmla="*/ 188428 w 5734864"/>
              <a:gd name="connsiteY149" fmla="*/ 5731182 h 6858000"/>
              <a:gd name="connsiteX150" fmla="*/ 181635 w 5734864"/>
              <a:gd name="connsiteY150" fmla="*/ 5753538 h 6858000"/>
              <a:gd name="connsiteX151" fmla="*/ 169744 w 5734864"/>
              <a:gd name="connsiteY151" fmla="*/ 5796307 h 6858000"/>
              <a:gd name="connsiteX152" fmla="*/ 170351 w 5734864"/>
              <a:gd name="connsiteY152" fmla="*/ 5796644 h 6858000"/>
              <a:gd name="connsiteX153" fmla="*/ 171559 w 5734864"/>
              <a:gd name="connsiteY153" fmla="*/ 5803435 h 6858000"/>
              <a:gd name="connsiteX154" fmla="*/ 172284 w 5734864"/>
              <a:gd name="connsiteY154" fmla="*/ 5816391 h 6858000"/>
              <a:gd name="connsiteX155" fmla="*/ 182542 w 5734864"/>
              <a:gd name="connsiteY155" fmla="*/ 5846382 h 6858000"/>
              <a:gd name="connsiteX156" fmla="*/ 175877 w 5734864"/>
              <a:gd name="connsiteY156" fmla="*/ 5871336 h 6858000"/>
              <a:gd name="connsiteX157" fmla="*/ 174910 w 5734864"/>
              <a:gd name="connsiteY157" fmla="*/ 5876376 h 6858000"/>
              <a:gd name="connsiteX158" fmla="*/ 175047 w 5734864"/>
              <a:gd name="connsiteY158" fmla="*/ 5876483 h 6858000"/>
              <a:gd name="connsiteX159" fmla="*/ 174335 w 5734864"/>
              <a:gd name="connsiteY159" fmla="*/ 5881814 h 6858000"/>
              <a:gd name="connsiteX160" fmla="*/ 171273 w 5734864"/>
              <a:gd name="connsiteY160" fmla="*/ 5895339 h 6858000"/>
              <a:gd name="connsiteX161" fmla="*/ 171658 w 5734864"/>
              <a:gd name="connsiteY161" fmla="*/ 5898749 h 6858000"/>
              <a:gd name="connsiteX162" fmla="*/ 174658 w 5734864"/>
              <a:gd name="connsiteY162" fmla="*/ 5919558 h 6858000"/>
              <a:gd name="connsiteX163" fmla="*/ 169099 w 5734864"/>
              <a:gd name="connsiteY163" fmla="*/ 5984417 h 6858000"/>
              <a:gd name="connsiteX164" fmla="*/ 162007 w 5734864"/>
              <a:gd name="connsiteY164" fmla="*/ 6049043 h 6858000"/>
              <a:gd name="connsiteX165" fmla="*/ 156875 w 5734864"/>
              <a:gd name="connsiteY165" fmla="*/ 6114000 h 6858000"/>
              <a:gd name="connsiteX166" fmla="*/ 165441 w 5734864"/>
              <a:gd name="connsiteY166" fmla="*/ 6146938 h 6858000"/>
              <a:gd name="connsiteX167" fmla="*/ 165177 w 5734864"/>
              <a:gd name="connsiteY167" fmla="*/ 6150658 h 6858000"/>
              <a:gd name="connsiteX168" fmla="*/ 161772 w 5734864"/>
              <a:gd name="connsiteY168" fmla="*/ 6160011 h 6858000"/>
              <a:gd name="connsiteX169" fmla="*/ 160051 w 5734864"/>
              <a:gd name="connsiteY169" fmla="*/ 6163393 h 6858000"/>
              <a:gd name="connsiteX170" fmla="*/ 158473 w 5734864"/>
              <a:gd name="connsiteY170" fmla="*/ 6168628 h 6858000"/>
              <a:gd name="connsiteX171" fmla="*/ 158573 w 5734864"/>
              <a:gd name="connsiteY171" fmla="*/ 6168799 h 6858000"/>
              <a:gd name="connsiteX172" fmla="*/ 146463 w 5734864"/>
              <a:gd name="connsiteY172" fmla="*/ 6196671 h 6858000"/>
              <a:gd name="connsiteX173" fmla="*/ 150209 w 5734864"/>
              <a:gd name="connsiteY173" fmla="*/ 6232365 h 6858000"/>
              <a:gd name="connsiteX174" fmla="*/ 148544 w 5734864"/>
              <a:gd name="connsiteY174" fmla="*/ 6246162 h 6858000"/>
              <a:gd name="connsiteX175" fmla="*/ 148403 w 5734864"/>
              <a:gd name="connsiteY175" fmla="*/ 6253754 h 6858000"/>
              <a:gd name="connsiteX176" fmla="*/ 138880 w 5734864"/>
              <a:gd name="connsiteY176" fmla="*/ 6276449 h 6858000"/>
              <a:gd name="connsiteX177" fmla="*/ 138683 w 5734864"/>
              <a:gd name="connsiteY177" fmla="*/ 6279721 h 6858000"/>
              <a:gd name="connsiteX178" fmla="*/ 130721 w 5734864"/>
              <a:gd name="connsiteY178" fmla="*/ 6293675 h 6858000"/>
              <a:gd name="connsiteX179" fmla="*/ 120717 w 5734864"/>
              <a:gd name="connsiteY179" fmla="*/ 6313967 h 6858000"/>
              <a:gd name="connsiteX180" fmla="*/ 120841 w 5734864"/>
              <a:gd name="connsiteY180" fmla="*/ 6315437 h 6858000"/>
              <a:gd name="connsiteX181" fmla="*/ 115208 w 5734864"/>
              <a:gd name="connsiteY181" fmla="*/ 6324024 h 6858000"/>
              <a:gd name="connsiteX182" fmla="*/ 101217 w 5734864"/>
              <a:gd name="connsiteY182" fmla="*/ 6365923 h 6858000"/>
              <a:gd name="connsiteX183" fmla="*/ 74946 w 5734864"/>
              <a:gd name="connsiteY183" fmla="*/ 6556817 h 6858000"/>
              <a:gd name="connsiteX184" fmla="*/ 16001 w 5734864"/>
              <a:gd name="connsiteY184" fmla="*/ 6808678 h 6858000"/>
              <a:gd name="connsiteX185" fmla="*/ 0 w 5734864"/>
              <a:gd name="connsiteY185" fmla="*/ 6858000 h 6858000"/>
              <a:gd name="connsiteX186" fmla="*/ 5734864 w 5734864"/>
              <a:gd name="connsiteY186" fmla="*/ 6858000 h 6858000"/>
              <a:gd name="connsiteX187" fmla="*/ 5734864 w 5734864"/>
              <a:gd name="connsiteY1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734864" h="6858000">
                <a:moveTo>
                  <a:pt x="5734864" y="0"/>
                </a:moveTo>
                <a:lnTo>
                  <a:pt x="771611" y="0"/>
                </a:lnTo>
                <a:cubicBezTo>
                  <a:pt x="771634" y="16369"/>
                  <a:pt x="771656" y="32739"/>
                  <a:pt x="771679" y="49108"/>
                </a:cubicBezTo>
                <a:cubicBezTo>
                  <a:pt x="775201" y="55622"/>
                  <a:pt x="788724" y="196721"/>
                  <a:pt x="794248" y="200968"/>
                </a:cubicBezTo>
                <a:lnTo>
                  <a:pt x="801749" y="414071"/>
                </a:lnTo>
                <a:cubicBezTo>
                  <a:pt x="807329" y="440933"/>
                  <a:pt x="835107" y="598697"/>
                  <a:pt x="818548" y="585467"/>
                </a:cubicBezTo>
                <a:cubicBezTo>
                  <a:pt x="856197" y="664140"/>
                  <a:pt x="837895" y="708473"/>
                  <a:pt x="857476" y="800623"/>
                </a:cubicBezTo>
                <a:cubicBezTo>
                  <a:pt x="822401" y="857344"/>
                  <a:pt x="855723" y="824571"/>
                  <a:pt x="851083" y="878903"/>
                </a:cubicBezTo>
                <a:cubicBezTo>
                  <a:pt x="884811" y="859448"/>
                  <a:pt x="834648" y="946397"/>
                  <a:pt x="873564" y="943826"/>
                </a:cubicBezTo>
                <a:cubicBezTo>
                  <a:pt x="871487" y="953795"/>
                  <a:pt x="868248" y="963533"/>
                  <a:pt x="864705" y="973328"/>
                </a:cubicBezTo>
                <a:lnTo>
                  <a:pt x="862869" y="978457"/>
                </a:lnTo>
                <a:lnTo>
                  <a:pt x="862233" y="998041"/>
                </a:lnTo>
                <a:lnTo>
                  <a:pt x="853665" y="1004750"/>
                </a:lnTo>
                <a:lnTo>
                  <a:pt x="847865" y="1070795"/>
                </a:lnTo>
                <a:cubicBezTo>
                  <a:pt x="870234" y="1110486"/>
                  <a:pt x="833172" y="1190441"/>
                  <a:pt x="862786" y="1238994"/>
                </a:cubicBezTo>
                <a:cubicBezTo>
                  <a:pt x="864699" y="1290599"/>
                  <a:pt x="860615" y="1347716"/>
                  <a:pt x="859345" y="1380427"/>
                </a:cubicBezTo>
                <a:cubicBezTo>
                  <a:pt x="845703" y="1396391"/>
                  <a:pt x="873184" y="1435525"/>
                  <a:pt x="855172" y="1435262"/>
                </a:cubicBezTo>
                <a:lnTo>
                  <a:pt x="860494" y="1453861"/>
                </a:lnTo>
                <a:lnTo>
                  <a:pt x="853731" y="1467047"/>
                </a:lnTo>
                <a:cubicBezTo>
                  <a:pt x="846549" y="1480528"/>
                  <a:pt x="841728" y="1491093"/>
                  <a:pt x="845847" y="1502307"/>
                </a:cubicBezTo>
                <a:lnTo>
                  <a:pt x="817613" y="1565166"/>
                </a:lnTo>
                <a:cubicBezTo>
                  <a:pt x="805468" y="1557258"/>
                  <a:pt x="816534" y="1596564"/>
                  <a:pt x="804223" y="1601941"/>
                </a:cubicBezTo>
                <a:cubicBezTo>
                  <a:pt x="794287" y="1604654"/>
                  <a:pt x="795328" y="1617209"/>
                  <a:pt x="791773" y="1627005"/>
                </a:cubicBezTo>
                <a:cubicBezTo>
                  <a:pt x="781684" y="1634393"/>
                  <a:pt x="772978" y="1683187"/>
                  <a:pt x="774645" y="1699922"/>
                </a:cubicBezTo>
                <a:cubicBezTo>
                  <a:pt x="785341" y="1746767"/>
                  <a:pt x="744845" y="1787099"/>
                  <a:pt x="752343" y="1824604"/>
                </a:cubicBezTo>
                <a:cubicBezTo>
                  <a:pt x="751502" y="1834578"/>
                  <a:pt x="749297" y="1842929"/>
                  <a:pt x="746254" y="1850222"/>
                </a:cubicBezTo>
                <a:lnTo>
                  <a:pt x="728600" y="1869603"/>
                </a:lnTo>
                <a:lnTo>
                  <a:pt x="724396" y="1883104"/>
                </a:lnTo>
                <a:lnTo>
                  <a:pt x="722165" y="1885924"/>
                </a:lnTo>
                <a:lnTo>
                  <a:pt x="721338" y="1887123"/>
                </a:lnTo>
                <a:lnTo>
                  <a:pt x="714840" y="1902274"/>
                </a:lnTo>
                <a:lnTo>
                  <a:pt x="722847" y="1929891"/>
                </a:lnTo>
                <a:lnTo>
                  <a:pt x="714660" y="1982709"/>
                </a:lnTo>
                <a:cubicBezTo>
                  <a:pt x="727725" y="2006201"/>
                  <a:pt x="714739" y="1997091"/>
                  <a:pt x="710759" y="2013010"/>
                </a:cubicBezTo>
                <a:cubicBezTo>
                  <a:pt x="707970" y="2027531"/>
                  <a:pt x="700788" y="2054714"/>
                  <a:pt x="697927" y="2069833"/>
                </a:cubicBezTo>
                <a:cubicBezTo>
                  <a:pt x="685211" y="2080229"/>
                  <a:pt x="698762" y="2088241"/>
                  <a:pt x="693594" y="2103731"/>
                </a:cubicBezTo>
                <a:cubicBezTo>
                  <a:pt x="688481" y="2110649"/>
                  <a:pt x="687183" y="2115973"/>
                  <a:pt x="691109" y="2124027"/>
                </a:cubicBezTo>
                <a:cubicBezTo>
                  <a:pt x="666413" y="2155740"/>
                  <a:pt x="688031" y="2144874"/>
                  <a:pt x="676593" y="2176182"/>
                </a:cubicBezTo>
                <a:cubicBezTo>
                  <a:pt x="665190" y="2202944"/>
                  <a:pt x="656416" y="2233857"/>
                  <a:pt x="633227" y="2258036"/>
                </a:cubicBezTo>
                <a:cubicBezTo>
                  <a:pt x="626930" y="2262191"/>
                  <a:pt x="623498" y="2274069"/>
                  <a:pt x="625564" y="2284567"/>
                </a:cubicBezTo>
                <a:cubicBezTo>
                  <a:pt x="625918" y="2286374"/>
                  <a:pt x="626427" y="2288071"/>
                  <a:pt x="627074" y="2289605"/>
                </a:cubicBezTo>
                <a:cubicBezTo>
                  <a:pt x="619029" y="2296628"/>
                  <a:pt x="616453" y="2303188"/>
                  <a:pt x="614574" y="2308717"/>
                </a:cubicBezTo>
                <a:lnTo>
                  <a:pt x="606890" y="2320662"/>
                </a:lnTo>
                <a:lnTo>
                  <a:pt x="605558" y="2327897"/>
                </a:lnTo>
                <a:lnTo>
                  <a:pt x="602202" y="2357749"/>
                </a:lnTo>
                <a:lnTo>
                  <a:pt x="600213" y="2364905"/>
                </a:lnTo>
                <a:lnTo>
                  <a:pt x="597160" y="2388351"/>
                </a:lnTo>
                <a:lnTo>
                  <a:pt x="597982" y="2402296"/>
                </a:lnTo>
                <a:lnTo>
                  <a:pt x="593150" y="2420015"/>
                </a:lnTo>
                <a:cubicBezTo>
                  <a:pt x="593044" y="2420926"/>
                  <a:pt x="592939" y="2421838"/>
                  <a:pt x="592833" y="2422749"/>
                </a:cubicBezTo>
                <a:lnTo>
                  <a:pt x="594479" y="2426002"/>
                </a:lnTo>
                <a:cubicBezTo>
                  <a:pt x="594168" y="2427683"/>
                  <a:pt x="593118" y="2429721"/>
                  <a:pt x="591963" y="2431950"/>
                </a:cubicBezTo>
                <a:cubicBezTo>
                  <a:pt x="591823" y="2432599"/>
                  <a:pt x="591684" y="2433248"/>
                  <a:pt x="591544" y="2433897"/>
                </a:cubicBezTo>
                <a:lnTo>
                  <a:pt x="589519" y="2451398"/>
                </a:lnTo>
                <a:cubicBezTo>
                  <a:pt x="589692" y="2452777"/>
                  <a:pt x="589864" y="2454157"/>
                  <a:pt x="590037" y="2455536"/>
                </a:cubicBezTo>
                <a:lnTo>
                  <a:pt x="588179" y="2462981"/>
                </a:lnTo>
                <a:lnTo>
                  <a:pt x="583434" y="2503991"/>
                </a:lnTo>
                <a:cubicBezTo>
                  <a:pt x="576530" y="2566058"/>
                  <a:pt x="570433" y="2625224"/>
                  <a:pt x="567942" y="2652936"/>
                </a:cubicBezTo>
                <a:cubicBezTo>
                  <a:pt x="570864" y="2658290"/>
                  <a:pt x="572739" y="2664095"/>
                  <a:pt x="573869" y="2670188"/>
                </a:cubicBezTo>
                <a:lnTo>
                  <a:pt x="575243" y="2688114"/>
                </a:lnTo>
                <a:lnTo>
                  <a:pt x="573824" y="2689856"/>
                </a:lnTo>
                <a:cubicBezTo>
                  <a:pt x="569972" y="2698471"/>
                  <a:pt x="569572" y="2704494"/>
                  <a:pt x="570699" y="2709353"/>
                </a:cubicBezTo>
                <a:lnTo>
                  <a:pt x="573192" y="2714527"/>
                </a:lnTo>
                <a:cubicBezTo>
                  <a:pt x="572809" y="2719080"/>
                  <a:pt x="572427" y="2723634"/>
                  <a:pt x="572044" y="2728187"/>
                </a:cubicBezTo>
                <a:cubicBezTo>
                  <a:pt x="572184" y="2737412"/>
                  <a:pt x="572325" y="2746638"/>
                  <a:pt x="572465" y="2755863"/>
                </a:cubicBezTo>
                <a:lnTo>
                  <a:pt x="570028" y="2760324"/>
                </a:lnTo>
                <a:lnTo>
                  <a:pt x="566748" y="2800948"/>
                </a:lnTo>
                <a:lnTo>
                  <a:pt x="565509" y="2801167"/>
                </a:lnTo>
                <a:cubicBezTo>
                  <a:pt x="562655" y="2802587"/>
                  <a:pt x="560408" y="2805381"/>
                  <a:pt x="559367" y="2811129"/>
                </a:cubicBezTo>
                <a:cubicBezTo>
                  <a:pt x="543471" y="2797318"/>
                  <a:pt x="552020" y="2812773"/>
                  <a:pt x="550354" y="2830949"/>
                </a:cubicBezTo>
                <a:cubicBezTo>
                  <a:pt x="525292" y="2813553"/>
                  <a:pt x="531129" y="2868192"/>
                  <a:pt x="514795" y="2872433"/>
                </a:cubicBezTo>
                <a:lnTo>
                  <a:pt x="509875" y="2923099"/>
                </a:lnTo>
                <a:lnTo>
                  <a:pt x="509577" y="2923197"/>
                </a:lnTo>
                <a:cubicBezTo>
                  <a:pt x="508704" y="2924865"/>
                  <a:pt x="508038" y="2927556"/>
                  <a:pt x="507597" y="2931868"/>
                </a:cubicBezTo>
                <a:cubicBezTo>
                  <a:pt x="507524" y="2934019"/>
                  <a:pt x="507452" y="2936171"/>
                  <a:pt x="507379" y="2938322"/>
                </a:cubicBezTo>
                <a:lnTo>
                  <a:pt x="504725" y="2954519"/>
                </a:lnTo>
                <a:lnTo>
                  <a:pt x="502018" y="2959643"/>
                </a:lnTo>
                <a:lnTo>
                  <a:pt x="498360" y="2961019"/>
                </a:lnTo>
                <a:lnTo>
                  <a:pt x="498483" y="2962590"/>
                </a:lnTo>
                <a:cubicBezTo>
                  <a:pt x="502388" y="2975027"/>
                  <a:pt x="510202" y="2980016"/>
                  <a:pt x="484403" y="2990538"/>
                </a:cubicBezTo>
                <a:cubicBezTo>
                  <a:pt x="489425" y="3018352"/>
                  <a:pt x="474337" y="3021029"/>
                  <a:pt x="463075" y="3055956"/>
                </a:cubicBezTo>
                <a:cubicBezTo>
                  <a:pt x="469487" y="3072485"/>
                  <a:pt x="464165" y="3083955"/>
                  <a:pt x="455013" y="3094482"/>
                </a:cubicBezTo>
                <a:cubicBezTo>
                  <a:pt x="453131" y="3130054"/>
                  <a:pt x="437643" y="3160106"/>
                  <a:pt x="428391" y="3198850"/>
                </a:cubicBezTo>
                <a:lnTo>
                  <a:pt x="401440" y="3307560"/>
                </a:lnTo>
                <a:lnTo>
                  <a:pt x="386076" y="3373943"/>
                </a:lnTo>
                <a:cubicBezTo>
                  <a:pt x="386236" y="3376061"/>
                  <a:pt x="380537" y="3378856"/>
                  <a:pt x="374726" y="3381364"/>
                </a:cubicBezTo>
                <a:lnTo>
                  <a:pt x="369145" y="3383729"/>
                </a:lnTo>
                <a:lnTo>
                  <a:pt x="364294" y="3414159"/>
                </a:lnTo>
                <a:lnTo>
                  <a:pt x="366450" y="3436925"/>
                </a:lnTo>
                <a:lnTo>
                  <a:pt x="351743" y="3521619"/>
                </a:lnTo>
                <a:lnTo>
                  <a:pt x="345784" y="3603757"/>
                </a:lnTo>
                <a:cubicBezTo>
                  <a:pt x="345255" y="3619979"/>
                  <a:pt x="344727" y="3636202"/>
                  <a:pt x="344198" y="3652424"/>
                </a:cubicBezTo>
                <a:lnTo>
                  <a:pt x="352450" y="3665222"/>
                </a:lnTo>
                <a:lnTo>
                  <a:pt x="342621" y="3700804"/>
                </a:lnTo>
                <a:lnTo>
                  <a:pt x="341514" y="3734774"/>
                </a:lnTo>
                <a:cubicBezTo>
                  <a:pt x="341212" y="3751567"/>
                  <a:pt x="340909" y="3768360"/>
                  <a:pt x="340607" y="3785153"/>
                </a:cubicBezTo>
                <a:cubicBezTo>
                  <a:pt x="340640" y="3786161"/>
                  <a:pt x="340674" y="3787169"/>
                  <a:pt x="340707" y="3788177"/>
                </a:cubicBezTo>
                <a:cubicBezTo>
                  <a:pt x="340592" y="3791719"/>
                  <a:pt x="340476" y="3795261"/>
                  <a:pt x="340361" y="3798803"/>
                </a:cubicBezTo>
                <a:cubicBezTo>
                  <a:pt x="340121" y="3812119"/>
                  <a:pt x="339882" y="3825434"/>
                  <a:pt x="339642" y="3838750"/>
                </a:cubicBezTo>
                <a:cubicBezTo>
                  <a:pt x="337363" y="3949044"/>
                  <a:pt x="361794" y="3960437"/>
                  <a:pt x="360295" y="4015196"/>
                </a:cubicBezTo>
                <a:lnTo>
                  <a:pt x="339043" y="4052778"/>
                </a:lnTo>
                <a:lnTo>
                  <a:pt x="339343" y="4096257"/>
                </a:lnTo>
                <a:cubicBezTo>
                  <a:pt x="362058" y="4159145"/>
                  <a:pt x="332404" y="4250479"/>
                  <a:pt x="340786" y="4321136"/>
                </a:cubicBezTo>
                <a:cubicBezTo>
                  <a:pt x="341421" y="4376624"/>
                  <a:pt x="344189" y="4407708"/>
                  <a:pt x="343158" y="4429174"/>
                </a:cubicBezTo>
                <a:cubicBezTo>
                  <a:pt x="340948" y="4436304"/>
                  <a:pt x="337887" y="4443121"/>
                  <a:pt x="334599" y="4449938"/>
                </a:cubicBezTo>
                <a:lnTo>
                  <a:pt x="332890" y="4453515"/>
                </a:lnTo>
                <a:lnTo>
                  <a:pt x="331105" y="4467941"/>
                </a:lnTo>
                <a:lnTo>
                  <a:pt x="324289" y="4471861"/>
                </a:lnTo>
                <a:lnTo>
                  <a:pt x="317079" y="4493468"/>
                </a:lnTo>
                <a:cubicBezTo>
                  <a:pt x="315353" y="4501584"/>
                  <a:pt x="314639" y="4510343"/>
                  <a:pt x="315557" y="4520067"/>
                </a:cubicBezTo>
                <a:cubicBezTo>
                  <a:pt x="315451" y="4525669"/>
                  <a:pt x="315346" y="4531270"/>
                  <a:pt x="315240" y="4536872"/>
                </a:cubicBezTo>
                <a:lnTo>
                  <a:pt x="316200" y="4538297"/>
                </a:lnTo>
                <a:cubicBezTo>
                  <a:pt x="316738" y="4541182"/>
                  <a:pt x="316785" y="4544563"/>
                  <a:pt x="317507" y="4547582"/>
                </a:cubicBezTo>
                <a:cubicBezTo>
                  <a:pt x="322716" y="4552468"/>
                  <a:pt x="324912" y="4582137"/>
                  <a:pt x="323078" y="4592102"/>
                </a:cubicBezTo>
                <a:cubicBezTo>
                  <a:pt x="314597" y="4619728"/>
                  <a:pt x="334923" y="4645745"/>
                  <a:pt x="328722" y="4667914"/>
                </a:cubicBezTo>
                <a:cubicBezTo>
                  <a:pt x="330810" y="4685069"/>
                  <a:pt x="333803" y="4690356"/>
                  <a:pt x="335597" y="4695035"/>
                </a:cubicBezTo>
                <a:lnTo>
                  <a:pt x="339485" y="4695979"/>
                </a:lnTo>
                <a:lnTo>
                  <a:pt x="341089" y="4704268"/>
                </a:lnTo>
                <a:lnTo>
                  <a:pt x="342177" y="4706060"/>
                </a:lnTo>
                <a:cubicBezTo>
                  <a:pt x="344268" y="4709474"/>
                  <a:pt x="346234" y="4712931"/>
                  <a:pt x="347751" y="4716754"/>
                </a:cubicBezTo>
                <a:lnTo>
                  <a:pt x="344125" y="4764669"/>
                </a:lnTo>
                <a:lnTo>
                  <a:pt x="340188" y="4779386"/>
                </a:lnTo>
                <a:lnTo>
                  <a:pt x="335146" y="4787491"/>
                </a:lnTo>
                <a:lnTo>
                  <a:pt x="319124" y="4843514"/>
                </a:lnTo>
                <a:lnTo>
                  <a:pt x="305956" y="4881505"/>
                </a:lnTo>
                <a:lnTo>
                  <a:pt x="301062" y="4889332"/>
                </a:lnTo>
                <a:lnTo>
                  <a:pt x="302141" y="4899400"/>
                </a:lnTo>
                <a:cubicBezTo>
                  <a:pt x="302767" y="4900706"/>
                  <a:pt x="303536" y="4901803"/>
                  <a:pt x="304424" y="4902664"/>
                </a:cubicBezTo>
                <a:lnTo>
                  <a:pt x="293123" y="4932769"/>
                </a:lnTo>
                <a:lnTo>
                  <a:pt x="292275" y="4936482"/>
                </a:lnTo>
                <a:lnTo>
                  <a:pt x="288304" y="4962325"/>
                </a:lnTo>
                <a:cubicBezTo>
                  <a:pt x="288009" y="4988948"/>
                  <a:pt x="287715" y="5015570"/>
                  <a:pt x="287420" y="5042193"/>
                </a:cubicBezTo>
                <a:cubicBezTo>
                  <a:pt x="295373" y="5039737"/>
                  <a:pt x="281659" y="5060438"/>
                  <a:pt x="287020" y="5065655"/>
                </a:cubicBezTo>
                <a:cubicBezTo>
                  <a:pt x="291675" y="5068928"/>
                  <a:pt x="288601" y="5075970"/>
                  <a:pt x="288488" y="5082216"/>
                </a:cubicBezTo>
                <a:cubicBezTo>
                  <a:pt x="292282" y="5088207"/>
                  <a:pt x="287008" y="5117775"/>
                  <a:pt x="282763" y="5127114"/>
                </a:cubicBezTo>
                <a:cubicBezTo>
                  <a:pt x="267723" y="5152218"/>
                  <a:pt x="280799" y="5182399"/>
                  <a:pt x="269316" y="5202682"/>
                </a:cubicBezTo>
                <a:cubicBezTo>
                  <a:pt x="267050" y="5219969"/>
                  <a:pt x="268614" y="5225841"/>
                  <a:pt x="269174" y="5230835"/>
                </a:cubicBezTo>
                <a:lnTo>
                  <a:pt x="272679" y="5232660"/>
                </a:lnTo>
                <a:lnTo>
                  <a:pt x="272160" y="5241150"/>
                </a:lnTo>
                <a:lnTo>
                  <a:pt x="272760" y="5243156"/>
                </a:lnTo>
                <a:cubicBezTo>
                  <a:pt x="273922" y="5246984"/>
                  <a:pt x="274952" y="5250824"/>
                  <a:pt x="275462" y="5254919"/>
                </a:cubicBezTo>
                <a:cubicBezTo>
                  <a:pt x="258407" y="5258851"/>
                  <a:pt x="276976" y="5290392"/>
                  <a:pt x="262897" y="5286259"/>
                </a:cubicBezTo>
                <a:cubicBezTo>
                  <a:pt x="262724" y="5309439"/>
                  <a:pt x="239612" y="5337531"/>
                  <a:pt x="252761" y="5357801"/>
                </a:cubicBezTo>
                <a:cubicBezTo>
                  <a:pt x="248775" y="5392256"/>
                  <a:pt x="247799" y="5423412"/>
                  <a:pt x="242360" y="5460080"/>
                </a:cubicBezTo>
                <a:cubicBezTo>
                  <a:pt x="232632" y="5488478"/>
                  <a:pt x="242025" y="5519143"/>
                  <a:pt x="229880" y="5539714"/>
                </a:cubicBezTo>
                <a:cubicBezTo>
                  <a:pt x="230558" y="5572454"/>
                  <a:pt x="222150" y="5613340"/>
                  <a:pt x="204283" y="5639080"/>
                </a:cubicBezTo>
                <a:cubicBezTo>
                  <a:pt x="201596" y="5674226"/>
                  <a:pt x="191051" y="5680198"/>
                  <a:pt x="198948" y="5710958"/>
                </a:cubicBezTo>
                <a:cubicBezTo>
                  <a:pt x="196338" y="5713534"/>
                  <a:pt x="194185" y="5716550"/>
                  <a:pt x="192367" y="5719859"/>
                </a:cubicBezTo>
                <a:lnTo>
                  <a:pt x="188035" y="5729935"/>
                </a:lnTo>
                <a:lnTo>
                  <a:pt x="188428" y="5731182"/>
                </a:lnTo>
                <a:lnTo>
                  <a:pt x="181635" y="5753538"/>
                </a:lnTo>
                <a:lnTo>
                  <a:pt x="169744" y="5796307"/>
                </a:lnTo>
                <a:lnTo>
                  <a:pt x="170351" y="5796644"/>
                </a:lnTo>
                <a:cubicBezTo>
                  <a:pt x="171558" y="5797954"/>
                  <a:pt x="172173" y="5799948"/>
                  <a:pt x="171559" y="5803435"/>
                </a:cubicBezTo>
                <a:cubicBezTo>
                  <a:pt x="182664" y="5798231"/>
                  <a:pt x="175075" y="5805646"/>
                  <a:pt x="172284" y="5816391"/>
                </a:cubicBezTo>
                <a:cubicBezTo>
                  <a:pt x="188911" y="5810703"/>
                  <a:pt x="174844" y="5841128"/>
                  <a:pt x="182542" y="5846382"/>
                </a:cubicBezTo>
                <a:cubicBezTo>
                  <a:pt x="180118" y="5854404"/>
                  <a:pt x="177856" y="5862781"/>
                  <a:pt x="175877" y="5871336"/>
                </a:cubicBezTo>
                <a:lnTo>
                  <a:pt x="174910" y="5876376"/>
                </a:lnTo>
                <a:lnTo>
                  <a:pt x="175047" y="5876483"/>
                </a:lnTo>
                <a:cubicBezTo>
                  <a:pt x="175167" y="5877594"/>
                  <a:pt x="174973" y="5879257"/>
                  <a:pt x="174335" y="5881814"/>
                </a:cubicBezTo>
                <a:lnTo>
                  <a:pt x="171273" y="5895339"/>
                </a:lnTo>
                <a:cubicBezTo>
                  <a:pt x="171401" y="5896476"/>
                  <a:pt x="171530" y="5897612"/>
                  <a:pt x="171658" y="5898749"/>
                </a:cubicBezTo>
                <a:lnTo>
                  <a:pt x="174658" y="5919558"/>
                </a:lnTo>
                <a:cubicBezTo>
                  <a:pt x="173958" y="5933601"/>
                  <a:pt x="171208" y="5962838"/>
                  <a:pt x="169099" y="5984417"/>
                </a:cubicBezTo>
                <a:cubicBezTo>
                  <a:pt x="162916" y="6005205"/>
                  <a:pt x="164971" y="6025162"/>
                  <a:pt x="162007" y="6049043"/>
                </a:cubicBezTo>
                <a:cubicBezTo>
                  <a:pt x="150795" y="6073830"/>
                  <a:pt x="160091" y="6088483"/>
                  <a:pt x="156875" y="6114000"/>
                </a:cubicBezTo>
                <a:cubicBezTo>
                  <a:pt x="141597" y="6134477"/>
                  <a:pt x="163381" y="6133378"/>
                  <a:pt x="165441" y="6146938"/>
                </a:cubicBezTo>
                <a:lnTo>
                  <a:pt x="165177" y="6150658"/>
                </a:lnTo>
                <a:lnTo>
                  <a:pt x="161772" y="6160011"/>
                </a:lnTo>
                <a:lnTo>
                  <a:pt x="160051" y="6163393"/>
                </a:lnTo>
                <a:cubicBezTo>
                  <a:pt x="159032" y="6165775"/>
                  <a:pt x="158564" y="6167421"/>
                  <a:pt x="158473" y="6168628"/>
                </a:cubicBezTo>
                <a:cubicBezTo>
                  <a:pt x="158506" y="6168685"/>
                  <a:pt x="158540" y="6168742"/>
                  <a:pt x="158573" y="6168799"/>
                </a:cubicBezTo>
                <a:lnTo>
                  <a:pt x="146463" y="6196671"/>
                </a:lnTo>
                <a:cubicBezTo>
                  <a:pt x="152348" y="6205503"/>
                  <a:pt x="134460" y="6231012"/>
                  <a:pt x="150209" y="6232365"/>
                </a:cubicBezTo>
                <a:cubicBezTo>
                  <a:pt x="145821" y="6242321"/>
                  <a:pt x="137774" y="6246719"/>
                  <a:pt x="148544" y="6246162"/>
                </a:cubicBezTo>
                <a:cubicBezTo>
                  <a:pt x="147378" y="6249522"/>
                  <a:pt x="147566" y="6251866"/>
                  <a:pt x="148403" y="6253754"/>
                </a:cubicBezTo>
                <a:lnTo>
                  <a:pt x="138880" y="6276449"/>
                </a:lnTo>
                <a:cubicBezTo>
                  <a:pt x="138814" y="6277540"/>
                  <a:pt x="138749" y="6278630"/>
                  <a:pt x="138683" y="6279721"/>
                </a:cubicBezTo>
                <a:lnTo>
                  <a:pt x="130721" y="6293675"/>
                </a:lnTo>
                <a:lnTo>
                  <a:pt x="120717" y="6313967"/>
                </a:lnTo>
                <a:cubicBezTo>
                  <a:pt x="120758" y="6314457"/>
                  <a:pt x="120800" y="6314947"/>
                  <a:pt x="120841" y="6315437"/>
                </a:cubicBezTo>
                <a:lnTo>
                  <a:pt x="115208" y="6324024"/>
                </a:lnTo>
                <a:cubicBezTo>
                  <a:pt x="113007" y="6326672"/>
                  <a:pt x="103991" y="6364381"/>
                  <a:pt x="101217" y="6365923"/>
                </a:cubicBezTo>
                <a:lnTo>
                  <a:pt x="74946" y="6556817"/>
                </a:lnTo>
                <a:cubicBezTo>
                  <a:pt x="55357" y="6665926"/>
                  <a:pt x="35695" y="6744075"/>
                  <a:pt x="16001" y="6808678"/>
                </a:cubicBezTo>
                <a:lnTo>
                  <a:pt x="0" y="6858000"/>
                </a:lnTo>
                <a:lnTo>
                  <a:pt x="5734864" y="6858000"/>
                </a:lnTo>
                <a:lnTo>
                  <a:pt x="5734864"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0" name="PlaceHolder 1"/>
          <p:cNvSpPr>
            <a:spLocks noGrp="1"/>
          </p:cNvSpPr>
          <p:nvPr>
            <p:ph type="title"/>
          </p:nvPr>
        </p:nvSpPr>
        <p:spPr>
          <a:xfrm>
            <a:off x="773408" y="992094"/>
            <a:ext cx="3616913" cy="2795160"/>
          </a:xfrm>
          <a:prstGeom prst="rect">
            <a:avLst/>
          </a:prstGeom>
        </p:spPr>
        <p:txBody>
          <a:bodyPr vert="horz" lIns="91440" tIns="45720" rIns="91440" bIns="45720" rtlCol="0" anchor="b">
            <a:normAutofit/>
          </a:bodyPr>
          <a:lstStyle/>
          <a:p>
            <a:pPr indent="0" algn="ctr"/>
            <a:r>
              <a:rPr lang="en-US" b="0" strike="noStrike" kern="1200" spc="-1">
                <a:solidFill>
                  <a:schemeClr val="tx1"/>
                </a:solidFill>
                <a:latin typeface="+mj-lt"/>
                <a:ea typeface="+mj-ea"/>
                <a:cs typeface="+mj-cs"/>
              </a:rPr>
              <a:t>Recap</a:t>
            </a:r>
          </a:p>
        </p:txBody>
      </p:sp>
      <p:pic>
        <p:nvPicPr>
          <p:cNvPr id="251" name="Picture 250"/>
          <p:cNvPicPr/>
          <p:nvPr/>
        </p:nvPicPr>
        <p:blipFill>
          <a:blip r:embed="rId2"/>
          <a:stretch/>
        </p:blipFill>
        <p:spPr>
          <a:xfrm>
            <a:off x="5902144" y="578738"/>
            <a:ext cx="5695863" cy="5670549"/>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C54F4CE-85F0-46ED-80DA-9518C9251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DADD1FCA-8ACB-4958-81DD-4CDD6D3E1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802086" cy="6858000"/>
          </a:xfrm>
          <a:custGeom>
            <a:avLst/>
            <a:gdLst>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9647 w 5734864"/>
              <a:gd name="connsiteY33" fmla="*/ 1936120 h 6858000"/>
              <a:gd name="connsiteX34" fmla="*/ 714660 w 5734864"/>
              <a:gd name="connsiteY34" fmla="*/ 1982709 h 6858000"/>
              <a:gd name="connsiteX35" fmla="*/ 710759 w 5734864"/>
              <a:gd name="connsiteY35" fmla="*/ 2013010 h 6858000"/>
              <a:gd name="connsiteX36" fmla="*/ 697927 w 5734864"/>
              <a:gd name="connsiteY36" fmla="*/ 2069833 h 6858000"/>
              <a:gd name="connsiteX37" fmla="*/ 693594 w 5734864"/>
              <a:gd name="connsiteY37" fmla="*/ 2103731 h 6858000"/>
              <a:gd name="connsiteX38" fmla="*/ 691109 w 5734864"/>
              <a:gd name="connsiteY38" fmla="*/ 2124027 h 6858000"/>
              <a:gd name="connsiteX39" fmla="*/ 676593 w 5734864"/>
              <a:gd name="connsiteY39" fmla="*/ 2176182 h 6858000"/>
              <a:gd name="connsiteX40" fmla="*/ 633227 w 5734864"/>
              <a:gd name="connsiteY40" fmla="*/ 2258036 h 6858000"/>
              <a:gd name="connsiteX41" fmla="*/ 625564 w 5734864"/>
              <a:gd name="connsiteY41" fmla="*/ 2284567 h 6858000"/>
              <a:gd name="connsiteX42" fmla="*/ 627074 w 5734864"/>
              <a:gd name="connsiteY42" fmla="*/ 2289605 h 6858000"/>
              <a:gd name="connsiteX43" fmla="*/ 614574 w 5734864"/>
              <a:gd name="connsiteY43" fmla="*/ 2308717 h 6858000"/>
              <a:gd name="connsiteX44" fmla="*/ 606890 w 5734864"/>
              <a:gd name="connsiteY44" fmla="*/ 2320662 h 6858000"/>
              <a:gd name="connsiteX45" fmla="*/ 605558 w 5734864"/>
              <a:gd name="connsiteY45" fmla="*/ 2327897 h 6858000"/>
              <a:gd name="connsiteX46" fmla="*/ 602202 w 5734864"/>
              <a:gd name="connsiteY46" fmla="*/ 2357749 h 6858000"/>
              <a:gd name="connsiteX47" fmla="*/ 600213 w 5734864"/>
              <a:gd name="connsiteY47" fmla="*/ 2364905 h 6858000"/>
              <a:gd name="connsiteX48" fmla="*/ 597160 w 5734864"/>
              <a:gd name="connsiteY48" fmla="*/ 2388351 h 6858000"/>
              <a:gd name="connsiteX49" fmla="*/ 597982 w 5734864"/>
              <a:gd name="connsiteY49" fmla="*/ 2402296 h 6858000"/>
              <a:gd name="connsiteX50" fmla="*/ 593150 w 5734864"/>
              <a:gd name="connsiteY50" fmla="*/ 2420015 h 6858000"/>
              <a:gd name="connsiteX51" fmla="*/ 592833 w 5734864"/>
              <a:gd name="connsiteY51" fmla="*/ 2422749 h 6858000"/>
              <a:gd name="connsiteX52" fmla="*/ 594479 w 5734864"/>
              <a:gd name="connsiteY52" fmla="*/ 2426002 h 6858000"/>
              <a:gd name="connsiteX53" fmla="*/ 591963 w 5734864"/>
              <a:gd name="connsiteY53" fmla="*/ 2431950 h 6858000"/>
              <a:gd name="connsiteX54" fmla="*/ 591544 w 5734864"/>
              <a:gd name="connsiteY54" fmla="*/ 2433897 h 6858000"/>
              <a:gd name="connsiteX55" fmla="*/ 589519 w 5734864"/>
              <a:gd name="connsiteY55" fmla="*/ 2451398 h 6858000"/>
              <a:gd name="connsiteX56" fmla="*/ 590037 w 5734864"/>
              <a:gd name="connsiteY56" fmla="*/ 2455536 h 6858000"/>
              <a:gd name="connsiteX57" fmla="*/ 588179 w 5734864"/>
              <a:gd name="connsiteY57" fmla="*/ 2462981 h 6858000"/>
              <a:gd name="connsiteX58" fmla="*/ 583434 w 5734864"/>
              <a:gd name="connsiteY58" fmla="*/ 2503991 h 6858000"/>
              <a:gd name="connsiteX59" fmla="*/ 567942 w 5734864"/>
              <a:gd name="connsiteY59" fmla="*/ 2652936 h 6858000"/>
              <a:gd name="connsiteX60" fmla="*/ 573869 w 5734864"/>
              <a:gd name="connsiteY60" fmla="*/ 2670188 h 6858000"/>
              <a:gd name="connsiteX61" fmla="*/ 575243 w 5734864"/>
              <a:gd name="connsiteY61" fmla="*/ 2688114 h 6858000"/>
              <a:gd name="connsiteX62" fmla="*/ 573824 w 5734864"/>
              <a:gd name="connsiteY62" fmla="*/ 2689856 h 6858000"/>
              <a:gd name="connsiteX63" fmla="*/ 570699 w 5734864"/>
              <a:gd name="connsiteY63" fmla="*/ 2709353 h 6858000"/>
              <a:gd name="connsiteX64" fmla="*/ 573192 w 5734864"/>
              <a:gd name="connsiteY64" fmla="*/ 2714527 h 6858000"/>
              <a:gd name="connsiteX65" fmla="*/ 572044 w 5734864"/>
              <a:gd name="connsiteY65" fmla="*/ 2728187 h 6858000"/>
              <a:gd name="connsiteX66" fmla="*/ 572465 w 5734864"/>
              <a:gd name="connsiteY66" fmla="*/ 2755863 h 6858000"/>
              <a:gd name="connsiteX67" fmla="*/ 570028 w 5734864"/>
              <a:gd name="connsiteY67" fmla="*/ 2760324 h 6858000"/>
              <a:gd name="connsiteX68" fmla="*/ 566748 w 5734864"/>
              <a:gd name="connsiteY68" fmla="*/ 2800948 h 6858000"/>
              <a:gd name="connsiteX69" fmla="*/ 565509 w 5734864"/>
              <a:gd name="connsiteY69" fmla="*/ 2801167 h 6858000"/>
              <a:gd name="connsiteX70" fmla="*/ 559367 w 5734864"/>
              <a:gd name="connsiteY70" fmla="*/ 2811129 h 6858000"/>
              <a:gd name="connsiteX71" fmla="*/ 550354 w 5734864"/>
              <a:gd name="connsiteY71" fmla="*/ 2830949 h 6858000"/>
              <a:gd name="connsiteX72" fmla="*/ 514795 w 5734864"/>
              <a:gd name="connsiteY72" fmla="*/ 2872433 h 6858000"/>
              <a:gd name="connsiteX73" fmla="*/ 509875 w 5734864"/>
              <a:gd name="connsiteY73" fmla="*/ 2923099 h 6858000"/>
              <a:gd name="connsiteX74" fmla="*/ 509577 w 5734864"/>
              <a:gd name="connsiteY74" fmla="*/ 2923197 h 6858000"/>
              <a:gd name="connsiteX75" fmla="*/ 507597 w 5734864"/>
              <a:gd name="connsiteY75" fmla="*/ 2931868 h 6858000"/>
              <a:gd name="connsiteX76" fmla="*/ 507379 w 5734864"/>
              <a:gd name="connsiteY76" fmla="*/ 2938322 h 6858000"/>
              <a:gd name="connsiteX77" fmla="*/ 504725 w 5734864"/>
              <a:gd name="connsiteY77" fmla="*/ 2954519 h 6858000"/>
              <a:gd name="connsiteX78" fmla="*/ 502018 w 5734864"/>
              <a:gd name="connsiteY78" fmla="*/ 2959643 h 6858000"/>
              <a:gd name="connsiteX79" fmla="*/ 498360 w 5734864"/>
              <a:gd name="connsiteY79" fmla="*/ 2961019 h 6858000"/>
              <a:gd name="connsiteX80" fmla="*/ 498483 w 5734864"/>
              <a:gd name="connsiteY80" fmla="*/ 2962590 h 6858000"/>
              <a:gd name="connsiteX81" fmla="*/ 484403 w 5734864"/>
              <a:gd name="connsiteY81" fmla="*/ 2990538 h 6858000"/>
              <a:gd name="connsiteX82" fmla="*/ 463075 w 5734864"/>
              <a:gd name="connsiteY82" fmla="*/ 3055956 h 6858000"/>
              <a:gd name="connsiteX83" fmla="*/ 455013 w 5734864"/>
              <a:gd name="connsiteY83" fmla="*/ 3094482 h 6858000"/>
              <a:gd name="connsiteX84" fmla="*/ 428391 w 5734864"/>
              <a:gd name="connsiteY84" fmla="*/ 3198850 h 6858000"/>
              <a:gd name="connsiteX85" fmla="*/ 401440 w 5734864"/>
              <a:gd name="connsiteY85" fmla="*/ 3307560 h 6858000"/>
              <a:gd name="connsiteX86" fmla="*/ 386076 w 5734864"/>
              <a:gd name="connsiteY86" fmla="*/ 3373943 h 6858000"/>
              <a:gd name="connsiteX87" fmla="*/ 374726 w 5734864"/>
              <a:gd name="connsiteY87" fmla="*/ 3381364 h 6858000"/>
              <a:gd name="connsiteX88" fmla="*/ 369145 w 5734864"/>
              <a:gd name="connsiteY88" fmla="*/ 3383729 h 6858000"/>
              <a:gd name="connsiteX89" fmla="*/ 364294 w 5734864"/>
              <a:gd name="connsiteY89" fmla="*/ 3414159 h 6858000"/>
              <a:gd name="connsiteX90" fmla="*/ 366450 w 5734864"/>
              <a:gd name="connsiteY90" fmla="*/ 3436925 h 6858000"/>
              <a:gd name="connsiteX91" fmla="*/ 351743 w 5734864"/>
              <a:gd name="connsiteY91" fmla="*/ 3521619 h 6858000"/>
              <a:gd name="connsiteX92" fmla="*/ 345784 w 5734864"/>
              <a:gd name="connsiteY92" fmla="*/ 3603757 h 6858000"/>
              <a:gd name="connsiteX93" fmla="*/ 344198 w 5734864"/>
              <a:gd name="connsiteY93" fmla="*/ 3652424 h 6858000"/>
              <a:gd name="connsiteX94" fmla="*/ 352450 w 5734864"/>
              <a:gd name="connsiteY94" fmla="*/ 3665222 h 6858000"/>
              <a:gd name="connsiteX95" fmla="*/ 342621 w 5734864"/>
              <a:gd name="connsiteY95" fmla="*/ 3700804 h 6858000"/>
              <a:gd name="connsiteX96" fmla="*/ 341514 w 5734864"/>
              <a:gd name="connsiteY96" fmla="*/ 3734774 h 6858000"/>
              <a:gd name="connsiteX97" fmla="*/ 340607 w 5734864"/>
              <a:gd name="connsiteY97" fmla="*/ 3785153 h 6858000"/>
              <a:gd name="connsiteX98" fmla="*/ 340707 w 5734864"/>
              <a:gd name="connsiteY98" fmla="*/ 3788177 h 6858000"/>
              <a:gd name="connsiteX99" fmla="*/ 340361 w 5734864"/>
              <a:gd name="connsiteY99" fmla="*/ 3798803 h 6858000"/>
              <a:gd name="connsiteX100" fmla="*/ 339642 w 5734864"/>
              <a:gd name="connsiteY100" fmla="*/ 3838750 h 6858000"/>
              <a:gd name="connsiteX101" fmla="*/ 360295 w 5734864"/>
              <a:gd name="connsiteY101" fmla="*/ 4015196 h 6858000"/>
              <a:gd name="connsiteX102" fmla="*/ 339043 w 5734864"/>
              <a:gd name="connsiteY102" fmla="*/ 4052778 h 6858000"/>
              <a:gd name="connsiteX103" fmla="*/ 339343 w 5734864"/>
              <a:gd name="connsiteY103" fmla="*/ 4096257 h 6858000"/>
              <a:gd name="connsiteX104" fmla="*/ 340786 w 5734864"/>
              <a:gd name="connsiteY104" fmla="*/ 4321136 h 6858000"/>
              <a:gd name="connsiteX105" fmla="*/ 343158 w 5734864"/>
              <a:gd name="connsiteY105" fmla="*/ 4429174 h 6858000"/>
              <a:gd name="connsiteX106" fmla="*/ 334599 w 5734864"/>
              <a:gd name="connsiteY106" fmla="*/ 4449938 h 6858000"/>
              <a:gd name="connsiteX107" fmla="*/ 332890 w 5734864"/>
              <a:gd name="connsiteY107" fmla="*/ 4453515 h 6858000"/>
              <a:gd name="connsiteX108" fmla="*/ 331105 w 5734864"/>
              <a:gd name="connsiteY108" fmla="*/ 4467941 h 6858000"/>
              <a:gd name="connsiteX109" fmla="*/ 324289 w 5734864"/>
              <a:gd name="connsiteY109" fmla="*/ 4471861 h 6858000"/>
              <a:gd name="connsiteX110" fmla="*/ 317079 w 5734864"/>
              <a:gd name="connsiteY110" fmla="*/ 4493468 h 6858000"/>
              <a:gd name="connsiteX111" fmla="*/ 315557 w 5734864"/>
              <a:gd name="connsiteY111" fmla="*/ 4520067 h 6858000"/>
              <a:gd name="connsiteX112" fmla="*/ 315240 w 5734864"/>
              <a:gd name="connsiteY112" fmla="*/ 4536872 h 6858000"/>
              <a:gd name="connsiteX113" fmla="*/ 316200 w 5734864"/>
              <a:gd name="connsiteY113" fmla="*/ 4538297 h 6858000"/>
              <a:gd name="connsiteX114" fmla="*/ 317507 w 5734864"/>
              <a:gd name="connsiteY114" fmla="*/ 4547582 h 6858000"/>
              <a:gd name="connsiteX115" fmla="*/ 323078 w 5734864"/>
              <a:gd name="connsiteY115" fmla="*/ 4592102 h 6858000"/>
              <a:gd name="connsiteX116" fmla="*/ 328722 w 5734864"/>
              <a:gd name="connsiteY116" fmla="*/ 4667914 h 6858000"/>
              <a:gd name="connsiteX117" fmla="*/ 335597 w 5734864"/>
              <a:gd name="connsiteY117" fmla="*/ 4695035 h 6858000"/>
              <a:gd name="connsiteX118" fmla="*/ 339485 w 5734864"/>
              <a:gd name="connsiteY118" fmla="*/ 4695979 h 6858000"/>
              <a:gd name="connsiteX119" fmla="*/ 341089 w 5734864"/>
              <a:gd name="connsiteY119" fmla="*/ 4704268 h 6858000"/>
              <a:gd name="connsiteX120" fmla="*/ 342177 w 5734864"/>
              <a:gd name="connsiteY120" fmla="*/ 4706060 h 6858000"/>
              <a:gd name="connsiteX121" fmla="*/ 347751 w 5734864"/>
              <a:gd name="connsiteY121" fmla="*/ 4716754 h 6858000"/>
              <a:gd name="connsiteX122" fmla="*/ 344125 w 5734864"/>
              <a:gd name="connsiteY122" fmla="*/ 4764669 h 6858000"/>
              <a:gd name="connsiteX123" fmla="*/ 340188 w 5734864"/>
              <a:gd name="connsiteY123" fmla="*/ 4779386 h 6858000"/>
              <a:gd name="connsiteX124" fmla="*/ 335146 w 5734864"/>
              <a:gd name="connsiteY124" fmla="*/ 4787491 h 6858000"/>
              <a:gd name="connsiteX125" fmla="*/ 319124 w 5734864"/>
              <a:gd name="connsiteY125" fmla="*/ 4843514 h 6858000"/>
              <a:gd name="connsiteX126" fmla="*/ 305956 w 5734864"/>
              <a:gd name="connsiteY126" fmla="*/ 4881505 h 6858000"/>
              <a:gd name="connsiteX127" fmla="*/ 301062 w 5734864"/>
              <a:gd name="connsiteY127" fmla="*/ 4889332 h 6858000"/>
              <a:gd name="connsiteX128" fmla="*/ 302141 w 5734864"/>
              <a:gd name="connsiteY128" fmla="*/ 4899400 h 6858000"/>
              <a:gd name="connsiteX129" fmla="*/ 304424 w 5734864"/>
              <a:gd name="connsiteY129" fmla="*/ 4902664 h 6858000"/>
              <a:gd name="connsiteX130" fmla="*/ 293123 w 5734864"/>
              <a:gd name="connsiteY130" fmla="*/ 4932769 h 6858000"/>
              <a:gd name="connsiteX131" fmla="*/ 292275 w 5734864"/>
              <a:gd name="connsiteY131" fmla="*/ 4936482 h 6858000"/>
              <a:gd name="connsiteX132" fmla="*/ 288304 w 5734864"/>
              <a:gd name="connsiteY132" fmla="*/ 4962325 h 6858000"/>
              <a:gd name="connsiteX133" fmla="*/ 287420 w 5734864"/>
              <a:gd name="connsiteY133" fmla="*/ 5042193 h 6858000"/>
              <a:gd name="connsiteX134" fmla="*/ 287020 w 5734864"/>
              <a:gd name="connsiteY134" fmla="*/ 5065655 h 6858000"/>
              <a:gd name="connsiteX135" fmla="*/ 288488 w 5734864"/>
              <a:gd name="connsiteY135" fmla="*/ 5082216 h 6858000"/>
              <a:gd name="connsiteX136" fmla="*/ 282763 w 5734864"/>
              <a:gd name="connsiteY136" fmla="*/ 5127114 h 6858000"/>
              <a:gd name="connsiteX137" fmla="*/ 269316 w 5734864"/>
              <a:gd name="connsiteY137" fmla="*/ 5202682 h 6858000"/>
              <a:gd name="connsiteX138" fmla="*/ 269174 w 5734864"/>
              <a:gd name="connsiteY138" fmla="*/ 5230835 h 6858000"/>
              <a:gd name="connsiteX139" fmla="*/ 272679 w 5734864"/>
              <a:gd name="connsiteY139" fmla="*/ 5232660 h 6858000"/>
              <a:gd name="connsiteX140" fmla="*/ 272160 w 5734864"/>
              <a:gd name="connsiteY140" fmla="*/ 5241150 h 6858000"/>
              <a:gd name="connsiteX141" fmla="*/ 272760 w 5734864"/>
              <a:gd name="connsiteY141" fmla="*/ 5243156 h 6858000"/>
              <a:gd name="connsiteX142" fmla="*/ 275462 w 5734864"/>
              <a:gd name="connsiteY142" fmla="*/ 5254919 h 6858000"/>
              <a:gd name="connsiteX143" fmla="*/ 262897 w 5734864"/>
              <a:gd name="connsiteY143" fmla="*/ 5286259 h 6858000"/>
              <a:gd name="connsiteX144" fmla="*/ 252761 w 5734864"/>
              <a:gd name="connsiteY144" fmla="*/ 5357801 h 6858000"/>
              <a:gd name="connsiteX145" fmla="*/ 242360 w 5734864"/>
              <a:gd name="connsiteY145" fmla="*/ 5460080 h 6858000"/>
              <a:gd name="connsiteX146" fmla="*/ 229880 w 5734864"/>
              <a:gd name="connsiteY146" fmla="*/ 5539714 h 6858000"/>
              <a:gd name="connsiteX147" fmla="*/ 204283 w 5734864"/>
              <a:gd name="connsiteY147" fmla="*/ 5639080 h 6858000"/>
              <a:gd name="connsiteX148" fmla="*/ 198948 w 5734864"/>
              <a:gd name="connsiteY148" fmla="*/ 5710958 h 6858000"/>
              <a:gd name="connsiteX149" fmla="*/ 192367 w 5734864"/>
              <a:gd name="connsiteY149" fmla="*/ 5719859 h 6858000"/>
              <a:gd name="connsiteX150" fmla="*/ 188035 w 5734864"/>
              <a:gd name="connsiteY150" fmla="*/ 5729935 h 6858000"/>
              <a:gd name="connsiteX151" fmla="*/ 188428 w 5734864"/>
              <a:gd name="connsiteY151" fmla="*/ 5731182 h 6858000"/>
              <a:gd name="connsiteX152" fmla="*/ 181635 w 5734864"/>
              <a:gd name="connsiteY152" fmla="*/ 5753538 h 6858000"/>
              <a:gd name="connsiteX153" fmla="*/ 169744 w 5734864"/>
              <a:gd name="connsiteY153" fmla="*/ 5796307 h 6858000"/>
              <a:gd name="connsiteX154" fmla="*/ 170351 w 5734864"/>
              <a:gd name="connsiteY154" fmla="*/ 5796644 h 6858000"/>
              <a:gd name="connsiteX155" fmla="*/ 171559 w 5734864"/>
              <a:gd name="connsiteY155" fmla="*/ 5803435 h 6858000"/>
              <a:gd name="connsiteX156" fmla="*/ 172284 w 5734864"/>
              <a:gd name="connsiteY156" fmla="*/ 5816391 h 6858000"/>
              <a:gd name="connsiteX157" fmla="*/ 182542 w 5734864"/>
              <a:gd name="connsiteY157" fmla="*/ 5846382 h 6858000"/>
              <a:gd name="connsiteX158" fmla="*/ 175877 w 5734864"/>
              <a:gd name="connsiteY158" fmla="*/ 5871336 h 6858000"/>
              <a:gd name="connsiteX159" fmla="*/ 174910 w 5734864"/>
              <a:gd name="connsiteY159" fmla="*/ 5876376 h 6858000"/>
              <a:gd name="connsiteX160" fmla="*/ 175047 w 5734864"/>
              <a:gd name="connsiteY160" fmla="*/ 5876483 h 6858000"/>
              <a:gd name="connsiteX161" fmla="*/ 174335 w 5734864"/>
              <a:gd name="connsiteY161" fmla="*/ 5881814 h 6858000"/>
              <a:gd name="connsiteX162" fmla="*/ 171273 w 5734864"/>
              <a:gd name="connsiteY162" fmla="*/ 5895339 h 6858000"/>
              <a:gd name="connsiteX163" fmla="*/ 171658 w 5734864"/>
              <a:gd name="connsiteY163" fmla="*/ 5898749 h 6858000"/>
              <a:gd name="connsiteX164" fmla="*/ 174658 w 5734864"/>
              <a:gd name="connsiteY164" fmla="*/ 5919558 h 6858000"/>
              <a:gd name="connsiteX165" fmla="*/ 169099 w 5734864"/>
              <a:gd name="connsiteY165" fmla="*/ 5984417 h 6858000"/>
              <a:gd name="connsiteX166" fmla="*/ 162007 w 5734864"/>
              <a:gd name="connsiteY166" fmla="*/ 6049043 h 6858000"/>
              <a:gd name="connsiteX167" fmla="*/ 156875 w 5734864"/>
              <a:gd name="connsiteY167" fmla="*/ 6114000 h 6858000"/>
              <a:gd name="connsiteX168" fmla="*/ 165441 w 5734864"/>
              <a:gd name="connsiteY168" fmla="*/ 6146938 h 6858000"/>
              <a:gd name="connsiteX169" fmla="*/ 165177 w 5734864"/>
              <a:gd name="connsiteY169" fmla="*/ 6150658 h 6858000"/>
              <a:gd name="connsiteX170" fmla="*/ 161772 w 5734864"/>
              <a:gd name="connsiteY170" fmla="*/ 6160011 h 6858000"/>
              <a:gd name="connsiteX171" fmla="*/ 160051 w 5734864"/>
              <a:gd name="connsiteY171" fmla="*/ 6163393 h 6858000"/>
              <a:gd name="connsiteX172" fmla="*/ 158473 w 5734864"/>
              <a:gd name="connsiteY172" fmla="*/ 6168628 h 6858000"/>
              <a:gd name="connsiteX173" fmla="*/ 158573 w 5734864"/>
              <a:gd name="connsiteY173" fmla="*/ 6168799 h 6858000"/>
              <a:gd name="connsiteX174" fmla="*/ 146463 w 5734864"/>
              <a:gd name="connsiteY174" fmla="*/ 6196671 h 6858000"/>
              <a:gd name="connsiteX175" fmla="*/ 150209 w 5734864"/>
              <a:gd name="connsiteY175" fmla="*/ 6232365 h 6858000"/>
              <a:gd name="connsiteX176" fmla="*/ 148544 w 5734864"/>
              <a:gd name="connsiteY176" fmla="*/ 6246162 h 6858000"/>
              <a:gd name="connsiteX177" fmla="*/ 148403 w 5734864"/>
              <a:gd name="connsiteY177" fmla="*/ 6253754 h 6858000"/>
              <a:gd name="connsiteX178" fmla="*/ 138880 w 5734864"/>
              <a:gd name="connsiteY178" fmla="*/ 6276449 h 6858000"/>
              <a:gd name="connsiteX179" fmla="*/ 138683 w 5734864"/>
              <a:gd name="connsiteY179" fmla="*/ 6279721 h 6858000"/>
              <a:gd name="connsiteX180" fmla="*/ 130721 w 5734864"/>
              <a:gd name="connsiteY180" fmla="*/ 6293675 h 6858000"/>
              <a:gd name="connsiteX181" fmla="*/ 120717 w 5734864"/>
              <a:gd name="connsiteY181" fmla="*/ 6313967 h 6858000"/>
              <a:gd name="connsiteX182" fmla="*/ 120841 w 5734864"/>
              <a:gd name="connsiteY182" fmla="*/ 6315437 h 6858000"/>
              <a:gd name="connsiteX183" fmla="*/ 115208 w 5734864"/>
              <a:gd name="connsiteY183" fmla="*/ 6324024 h 6858000"/>
              <a:gd name="connsiteX184" fmla="*/ 101217 w 5734864"/>
              <a:gd name="connsiteY184" fmla="*/ 6365923 h 6858000"/>
              <a:gd name="connsiteX185" fmla="*/ 74946 w 5734864"/>
              <a:gd name="connsiteY185" fmla="*/ 6556817 h 6858000"/>
              <a:gd name="connsiteX186" fmla="*/ 16001 w 5734864"/>
              <a:gd name="connsiteY186" fmla="*/ 6808678 h 6858000"/>
              <a:gd name="connsiteX187" fmla="*/ 0 w 5734864"/>
              <a:gd name="connsiteY187" fmla="*/ 6858000 h 6858000"/>
              <a:gd name="connsiteX188" fmla="*/ 5734864 w 5734864"/>
              <a:gd name="connsiteY188" fmla="*/ 685800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4660 w 5734864"/>
              <a:gd name="connsiteY33" fmla="*/ 1982709 h 6858000"/>
              <a:gd name="connsiteX34" fmla="*/ 710759 w 5734864"/>
              <a:gd name="connsiteY34" fmla="*/ 2013010 h 6858000"/>
              <a:gd name="connsiteX35" fmla="*/ 697927 w 5734864"/>
              <a:gd name="connsiteY35" fmla="*/ 2069833 h 6858000"/>
              <a:gd name="connsiteX36" fmla="*/ 693594 w 5734864"/>
              <a:gd name="connsiteY36" fmla="*/ 2103731 h 6858000"/>
              <a:gd name="connsiteX37" fmla="*/ 691109 w 5734864"/>
              <a:gd name="connsiteY37" fmla="*/ 2124027 h 6858000"/>
              <a:gd name="connsiteX38" fmla="*/ 676593 w 5734864"/>
              <a:gd name="connsiteY38" fmla="*/ 2176182 h 6858000"/>
              <a:gd name="connsiteX39" fmla="*/ 633227 w 5734864"/>
              <a:gd name="connsiteY39" fmla="*/ 2258036 h 6858000"/>
              <a:gd name="connsiteX40" fmla="*/ 625564 w 5734864"/>
              <a:gd name="connsiteY40" fmla="*/ 2284567 h 6858000"/>
              <a:gd name="connsiteX41" fmla="*/ 627074 w 5734864"/>
              <a:gd name="connsiteY41" fmla="*/ 2289605 h 6858000"/>
              <a:gd name="connsiteX42" fmla="*/ 614574 w 5734864"/>
              <a:gd name="connsiteY42" fmla="*/ 2308717 h 6858000"/>
              <a:gd name="connsiteX43" fmla="*/ 606890 w 5734864"/>
              <a:gd name="connsiteY43" fmla="*/ 2320662 h 6858000"/>
              <a:gd name="connsiteX44" fmla="*/ 605558 w 5734864"/>
              <a:gd name="connsiteY44" fmla="*/ 2327897 h 6858000"/>
              <a:gd name="connsiteX45" fmla="*/ 602202 w 5734864"/>
              <a:gd name="connsiteY45" fmla="*/ 2357749 h 6858000"/>
              <a:gd name="connsiteX46" fmla="*/ 600213 w 5734864"/>
              <a:gd name="connsiteY46" fmla="*/ 2364905 h 6858000"/>
              <a:gd name="connsiteX47" fmla="*/ 597160 w 5734864"/>
              <a:gd name="connsiteY47" fmla="*/ 2388351 h 6858000"/>
              <a:gd name="connsiteX48" fmla="*/ 597982 w 5734864"/>
              <a:gd name="connsiteY48" fmla="*/ 2402296 h 6858000"/>
              <a:gd name="connsiteX49" fmla="*/ 593150 w 5734864"/>
              <a:gd name="connsiteY49" fmla="*/ 2420015 h 6858000"/>
              <a:gd name="connsiteX50" fmla="*/ 592833 w 5734864"/>
              <a:gd name="connsiteY50" fmla="*/ 2422749 h 6858000"/>
              <a:gd name="connsiteX51" fmla="*/ 594479 w 5734864"/>
              <a:gd name="connsiteY51" fmla="*/ 2426002 h 6858000"/>
              <a:gd name="connsiteX52" fmla="*/ 591963 w 5734864"/>
              <a:gd name="connsiteY52" fmla="*/ 2431950 h 6858000"/>
              <a:gd name="connsiteX53" fmla="*/ 591544 w 5734864"/>
              <a:gd name="connsiteY53" fmla="*/ 2433897 h 6858000"/>
              <a:gd name="connsiteX54" fmla="*/ 589519 w 5734864"/>
              <a:gd name="connsiteY54" fmla="*/ 2451398 h 6858000"/>
              <a:gd name="connsiteX55" fmla="*/ 590037 w 5734864"/>
              <a:gd name="connsiteY55" fmla="*/ 2455536 h 6858000"/>
              <a:gd name="connsiteX56" fmla="*/ 588179 w 5734864"/>
              <a:gd name="connsiteY56" fmla="*/ 2462981 h 6858000"/>
              <a:gd name="connsiteX57" fmla="*/ 583434 w 5734864"/>
              <a:gd name="connsiteY57" fmla="*/ 2503991 h 6858000"/>
              <a:gd name="connsiteX58" fmla="*/ 567942 w 5734864"/>
              <a:gd name="connsiteY58" fmla="*/ 2652936 h 6858000"/>
              <a:gd name="connsiteX59" fmla="*/ 573869 w 5734864"/>
              <a:gd name="connsiteY59" fmla="*/ 2670188 h 6858000"/>
              <a:gd name="connsiteX60" fmla="*/ 575243 w 5734864"/>
              <a:gd name="connsiteY60" fmla="*/ 2688114 h 6858000"/>
              <a:gd name="connsiteX61" fmla="*/ 573824 w 5734864"/>
              <a:gd name="connsiteY61" fmla="*/ 2689856 h 6858000"/>
              <a:gd name="connsiteX62" fmla="*/ 570699 w 5734864"/>
              <a:gd name="connsiteY62" fmla="*/ 2709353 h 6858000"/>
              <a:gd name="connsiteX63" fmla="*/ 573192 w 5734864"/>
              <a:gd name="connsiteY63" fmla="*/ 2714527 h 6858000"/>
              <a:gd name="connsiteX64" fmla="*/ 572044 w 5734864"/>
              <a:gd name="connsiteY64" fmla="*/ 2728187 h 6858000"/>
              <a:gd name="connsiteX65" fmla="*/ 572465 w 5734864"/>
              <a:gd name="connsiteY65" fmla="*/ 2755863 h 6858000"/>
              <a:gd name="connsiteX66" fmla="*/ 570028 w 5734864"/>
              <a:gd name="connsiteY66" fmla="*/ 2760324 h 6858000"/>
              <a:gd name="connsiteX67" fmla="*/ 566748 w 5734864"/>
              <a:gd name="connsiteY67" fmla="*/ 2800948 h 6858000"/>
              <a:gd name="connsiteX68" fmla="*/ 565509 w 5734864"/>
              <a:gd name="connsiteY68" fmla="*/ 2801167 h 6858000"/>
              <a:gd name="connsiteX69" fmla="*/ 559367 w 5734864"/>
              <a:gd name="connsiteY69" fmla="*/ 2811129 h 6858000"/>
              <a:gd name="connsiteX70" fmla="*/ 550354 w 5734864"/>
              <a:gd name="connsiteY70" fmla="*/ 2830949 h 6858000"/>
              <a:gd name="connsiteX71" fmla="*/ 514795 w 5734864"/>
              <a:gd name="connsiteY71" fmla="*/ 2872433 h 6858000"/>
              <a:gd name="connsiteX72" fmla="*/ 509875 w 5734864"/>
              <a:gd name="connsiteY72" fmla="*/ 2923099 h 6858000"/>
              <a:gd name="connsiteX73" fmla="*/ 509577 w 5734864"/>
              <a:gd name="connsiteY73" fmla="*/ 2923197 h 6858000"/>
              <a:gd name="connsiteX74" fmla="*/ 507597 w 5734864"/>
              <a:gd name="connsiteY74" fmla="*/ 2931868 h 6858000"/>
              <a:gd name="connsiteX75" fmla="*/ 507379 w 5734864"/>
              <a:gd name="connsiteY75" fmla="*/ 2938322 h 6858000"/>
              <a:gd name="connsiteX76" fmla="*/ 504725 w 5734864"/>
              <a:gd name="connsiteY76" fmla="*/ 2954519 h 6858000"/>
              <a:gd name="connsiteX77" fmla="*/ 502018 w 5734864"/>
              <a:gd name="connsiteY77" fmla="*/ 2959643 h 6858000"/>
              <a:gd name="connsiteX78" fmla="*/ 498360 w 5734864"/>
              <a:gd name="connsiteY78" fmla="*/ 2961019 h 6858000"/>
              <a:gd name="connsiteX79" fmla="*/ 498483 w 5734864"/>
              <a:gd name="connsiteY79" fmla="*/ 2962590 h 6858000"/>
              <a:gd name="connsiteX80" fmla="*/ 484403 w 5734864"/>
              <a:gd name="connsiteY80" fmla="*/ 2990538 h 6858000"/>
              <a:gd name="connsiteX81" fmla="*/ 463075 w 5734864"/>
              <a:gd name="connsiteY81" fmla="*/ 3055956 h 6858000"/>
              <a:gd name="connsiteX82" fmla="*/ 455013 w 5734864"/>
              <a:gd name="connsiteY82" fmla="*/ 3094482 h 6858000"/>
              <a:gd name="connsiteX83" fmla="*/ 428391 w 5734864"/>
              <a:gd name="connsiteY83" fmla="*/ 3198850 h 6858000"/>
              <a:gd name="connsiteX84" fmla="*/ 401440 w 5734864"/>
              <a:gd name="connsiteY84" fmla="*/ 3307560 h 6858000"/>
              <a:gd name="connsiteX85" fmla="*/ 386076 w 5734864"/>
              <a:gd name="connsiteY85" fmla="*/ 3373943 h 6858000"/>
              <a:gd name="connsiteX86" fmla="*/ 374726 w 5734864"/>
              <a:gd name="connsiteY86" fmla="*/ 3381364 h 6858000"/>
              <a:gd name="connsiteX87" fmla="*/ 369145 w 5734864"/>
              <a:gd name="connsiteY87" fmla="*/ 3383729 h 6858000"/>
              <a:gd name="connsiteX88" fmla="*/ 364294 w 5734864"/>
              <a:gd name="connsiteY88" fmla="*/ 3414159 h 6858000"/>
              <a:gd name="connsiteX89" fmla="*/ 366450 w 5734864"/>
              <a:gd name="connsiteY89" fmla="*/ 3436925 h 6858000"/>
              <a:gd name="connsiteX90" fmla="*/ 351743 w 5734864"/>
              <a:gd name="connsiteY90" fmla="*/ 3521619 h 6858000"/>
              <a:gd name="connsiteX91" fmla="*/ 345784 w 5734864"/>
              <a:gd name="connsiteY91" fmla="*/ 3603757 h 6858000"/>
              <a:gd name="connsiteX92" fmla="*/ 344198 w 5734864"/>
              <a:gd name="connsiteY92" fmla="*/ 3652424 h 6858000"/>
              <a:gd name="connsiteX93" fmla="*/ 352450 w 5734864"/>
              <a:gd name="connsiteY93" fmla="*/ 3665222 h 6858000"/>
              <a:gd name="connsiteX94" fmla="*/ 342621 w 5734864"/>
              <a:gd name="connsiteY94" fmla="*/ 3700804 h 6858000"/>
              <a:gd name="connsiteX95" fmla="*/ 341514 w 5734864"/>
              <a:gd name="connsiteY95" fmla="*/ 3734774 h 6858000"/>
              <a:gd name="connsiteX96" fmla="*/ 340607 w 5734864"/>
              <a:gd name="connsiteY96" fmla="*/ 3785153 h 6858000"/>
              <a:gd name="connsiteX97" fmla="*/ 340707 w 5734864"/>
              <a:gd name="connsiteY97" fmla="*/ 3788177 h 6858000"/>
              <a:gd name="connsiteX98" fmla="*/ 340361 w 5734864"/>
              <a:gd name="connsiteY98" fmla="*/ 3798803 h 6858000"/>
              <a:gd name="connsiteX99" fmla="*/ 339642 w 5734864"/>
              <a:gd name="connsiteY99" fmla="*/ 3838750 h 6858000"/>
              <a:gd name="connsiteX100" fmla="*/ 360295 w 5734864"/>
              <a:gd name="connsiteY100" fmla="*/ 4015196 h 6858000"/>
              <a:gd name="connsiteX101" fmla="*/ 339043 w 5734864"/>
              <a:gd name="connsiteY101" fmla="*/ 4052778 h 6858000"/>
              <a:gd name="connsiteX102" fmla="*/ 339343 w 5734864"/>
              <a:gd name="connsiteY102" fmla="*/ 4096257 h 6858000"/>
              <a:gd name="connsiteX103" fmla="*/ 340786 w 5734864"/>
              <a:gd name="connsiteY103" fmla="*/ 4321136 h 6858000"/>
              <a:gd name="connsiteX104" fmla="*/ 343158 w 5734864"/>
              <a:gd name="connsiteY104" fmla="*/ 4429174 h 6858000"/>
              <a:gd name="connsiteX105" fmla="*/ 334599 w 5734864"/>
              <a:gd name="connsiteY105" fmla="*/ 4449938 h 6858000"/>
              <a:gd name="connsiteX106" fmla="*/ 332890 w 5734864"/>
              <a:gd name="connsiteY106" fmla="*/ 4453515 h 6858000"/>
              <a:gd name="connsiteX107" fmla="*/ 331105 w 5734864"/>
              <a:gd name="connsiteY107" fmla="*/ 4467941 h 6858000"/>
              <a:gd name="connsiteX108" fmla="*/ 324289 w 5734864"/>
              <a:gd name="connsiteY108" fmla="*/ 4471861 h 6858000"/>
              <a:gd name="connsiteX109" fmla="*/ 317079 w 5734864"/>
              <a:gd name="connsiteY109" fmla="*/ 4493468 h 6858000"/>
              <a:gd name="connsiteX110" fmla="*/ 315557 w 5734864"/>
              <a:gd name="connsiteY110" fmla="*/ 4520067 h 6858000"/>
              <a:gd name="connsiteX111" fmla="*/ 315240 w 5734864"/>
              <a:gd name="connsiteY111" fmla="*/ 4536872 h 6858000"/>
              <a:gd name="connsiteX112" fmla="*/ 316200 w 5734864"/>
              <a:gd name="connsiteY112" fmla="*/ 4538297 h 6858000"/>
              <a:gd name="connsiteX113" fmla="*/ 317507 w 5734864"/>
              <a:gd name="connsiteY113" fmla="*/ 4547582 h 6858000"/>
              <a:gd name="connsiteX114" fmla="*/ 323078 w 5734864"/>
              <a:gd name="connsiteY114" fmla="*/ 4592102 h 6858000"/>
              <a:gd name="connsiteX115" fmla="*/ 328722 w 5734864"/>
              <a:gd name="connsiteY115" fmla="*/ 4667914 h 6858000"/>
              <a:gd name="connsiteX116" fmla="*/ 335597 w 5734864"/>
              <a:gd name="connsiteY116" fmla="*/ 4695035 h 6858000"/>
              <a:gd name="connsiteX117" fmla="*/ 339485 w 5734864"/>
              <a:gd name="connsiteY117" fmla="*/ 4695979 h 6858000"/>
              <a:gd name="connsiteX118" fmla="*/ 341089 w 5734864"/>
              <a:gd name="connsiteY118" fmla="*/ 4704268 h 6858000"/>
              <a:gd name="connsiteX119" fmla="*/ 342177 w 5734864"/>
              <a:gd name="connsiteY119" fmla="*/ 4706060 h 6858000"/>
              <a:gd name="connsiteX120" fmla="*/ 347751 w 5734864"/>
              <a:gd name="connsiteY120" fmla="*/ 4716754 h 6858000"/>
              <a:gd name="connsiteX121" fmla="*/ 344125 w 5734864"/>
              <a:gd name="connsiteY121" fmla="*/ 4764669 h 6858000"/>
              <a:gd name="connsiteX122" fmla="*/ 340188 w 5734864"/>
              <a:gd name="connsiteY122" fmla="*/ 4779386 h 6858000"/>
              <a:gd name="connsiteX123" fmla="*/ 335146 w 5734864"/>
              <a:gd name="connsiteY123" fmla="*/ 4787491 h 6858000"/>
              <a:gd name="connsiteX124" fmla="*/ 319124 w 5734864"/>
              <a:gd name="connsiteY124" fmla="*/ 4843514 h 6858000"/>
              <a:gd name="connsiteX125" fmla="*/ 305956 w 5734864"/>
              <a:gd name="connsiteY125" fmla="*/ 4881505 h 6858000"/>
              <a:gd name="connsiteX126" fmla="*/ 301062 w 5734864"/>
              <a:gd name="connsiteY126" fmla="*/ 4889332 h 6858000"/>
              <a:gd name="connsiteX127" fmla="*/ 302141 w 5734864"/>
              <a:gd name="connsiteY127" fmla="*/ 4899400 h 6858000"/>
              <a:gd name="connsiteX128" fmla="*/ 304424 w 5734864"/>
              <a:gd name="connsiteY128" fmla="*/ 4902664 h 6858000"/>
              <a:gd name="connsiteX129" fmla="*/ 293123 w 5734864"/>
              <a:gd name="connsiteY129" fmla="*/ 4932769 h 6858000"/>
              <a:gd name="connsiteX130" fmla="*/ 292275 w 5734864"/>
              <a:gd name="connsiteY130" fmla="*/ 4936482 h 6858000"/>
              <a:gd name="connsiteX131" fmla="*/ 288304 w 5734864"/>
              <a:gd name="connsiteY131" fmla="*/ 4962325 h 6858000"/>
              <a:gd name="connsiteX132" fmla="*/ 287420 w 5734864"/>
              <a:gd name="connsiteY132" fmla="*/ 5042193 h 6858000"/>
              <a:gd name="connsiteX133" fmla="*/ 287020 w 5734864"/>
              <a:gd name="connsiteY133" fmla="*/ 5065655 h 6858000"/>
              <a:gd name="connsiteX134" fmla="*/ 288488 w 5734864"/>
              <a:gd name="connsiteY134" fmla="*/ 5082216 h 6858000"/>
              <a:gd name="connsiteX135" fmla="*/ 282763 w 5734864"/>
              <a:gd name="connsiteY135" fmla="*/ 5127114 h 6858000"/>
              <a:gd name="connsiteX136" fmla="*/ 269316 w 5734864"/>
              <a:gd name="connsiteY136" fmla="*/ 5202682 h 6858000"/>
              <a:gd name="connsiteX137" fmla="*/ 269174 w 5734864"/>
              <a:gd name="connsiteY137" fmla="*/ 5230835 h 6858000"/>
              <a:gd name="connsiteX138" fmla="*/ 272679 w 5734864"/>
              <a:gd name="connsiteY138" fmla="*/ 5232660 h 6858000"/>
              <a:gd name="connsiteX139" fmla="*/ 272160 w 5734864"/>
              <a:gd name="connsiteY139" fmla="*/ 5241150 h 6858000"/>
              <a:gd name="connsiteX140" fmla="*/ 272760 w 5734864"/>
              <a:gd name="connsiteY140" fmla="*/ 5243156 h 6858000"/>
              <a:gd name="connsiteX141" fmla="*/ 275462 w 5734864"/>
              <a:gd name="connsiteY141" fmla="*/ 5254919 h 6858000"/>
              <a:gd name="connsiteX142" fmla="*/ 262897 w 5734864"/>
              <a:gd name="connsiteY142" fmla="*/ 5286259 h 6858000"/>
              <a:gd name="connsiteX143" fmla="*/ 252761 w 5734864"/>
              <a:gd name="connsiteY143" fmla="*/ 5357801 h 6858000"/>
              <a:gd name="connsiteX144" fmla="*/ 242360 w 5734864"/>
              <a:gd name="connsiteY144" fmla="*/ 5460080 h 6858000"/>
              <a:gd name="connsiteX145" fmla="*/ 229880 w 5734864"/>
              <a:gd name="connsiteY145" fmla="*/ 5539714 h 6858000"/>
              <a:gd name="connsiteX146" fmla="*/ 204283 w 5734864"/>
              <a:gd name="connsiteY146" fmla="*/ 5639080 h 6858000"/>
              <a:gd name="connsiteX147" fmla="*/ 198948 w 5734864"/>
              <a:gd name="connsiteY147" fmla="*/ 5710958 h 6858000"/>
              <a:gd name="connsiteX148" fmla="*/ 192367 w 5734864"/>
              <a:gd name="connsiteY148" fmla="*/ 5719859 h 6858000"/>
              <a:gd name="connsiteX149" fmla="*/ 188035 w 5734864"/>
              <a:gd name="connsiteY149" fmla="*/ 5729935 h 6858000"/>
              <a:gd name="connsiteX150" fmla="*/ 188428 w 5734864"/>
              <a:gd name="connsiteY150" fmla="*/ 5731182 h 6858000"/>
              <a:gd name="connsiteX151" fmla="*/ 181635 w 5734864"/>
              <a:gd name="connsiteY151" fmla="*/ 5753538 h 6858000"/>
              <a:gd name="connsiteX152" fmla="*/ 169744 w 5734864"/>
              <a:gd name="connsiteY152" fmla="*/ 5796307 h 6858000"/>
              <a:gd name="connsiteX153" fmla="*/ 170351 w 5734864"/>
              <a:gd name="connsiteY153" fmla="*/ 5796644 h 6858000"/>
              <a:gd name="connsiteX154" fmla="*/ 171559 w 5734864"/>
              <a:gd name="connsiteY154" fmla="*/ 5803435 h 6858000"/>
              <a:gd name="connsiteX155" fmla="*/ 172284 w 5734864"/>
              <a:gd name="connsiteY155" fmla="*/ 5816391 h 6858000"/>
              <a:gd name="connsiteX156" fmla="*/ 182542 w 5734864"/>
              <a:gd name="connsiteY156" fmla="*/ 5846382 h 6858000"/>
              <a:gd name="connsiteX157" fmla="*/ 175877 w 5734864"/>
              <a:gd name="connsiteY157" fmla="*/ 5871336 h 6858000"/>
              <a:gd name="connsiteX158" fmla="*/ 174910 w 5734864"/>
              <a:gd name="connsiteY158" fmla="*/ 5876376 h 6858000"/>
              <a:gd name="connsiteX159" fmla="*/ 175047 w 5734864"/>
              <a:gd name="connsiteY159" fmla="*/ 5876483 h 6858000"/>
              <a:gd name="connsiteX160" fmla="*/ 174335 w 5734864"/>
              <a:gd name="connsiteY160" fmla="*/ 5881814 h 6858000"/>
              <a:gd name="connsiteX161" fmla="*/ 171273 w 5734864"/>
              <a:gd name="connsiteY161" fmla="*/ 5895339 h 6858000"/>
              <a:gd name="connsiteX162" fmla="*/ 171658 w 5734864"/>
              <a:gd name="connsiteY162" fmla="*/ 5898749 h 6858000"/>
              <a:gd name="connsiteX163" fmla="*/ 174658 w 5734864"/>
              <a:gd name="connsiteY163" fmla="*/ 5919558 h 6858000"/>
              <a:gd name="connsiteX164" fmla="*/ 169099 w 5734864"/>
              <a:gd name="connsiteY164" fmla="*/ 5984417 h 6858000"/>
              <a:gd name="connsiteX165" fmla="*/ 162007 w 5734864"/>
              <a:gd name="connsiteY165" fmla="*/ 6049043 h 6858000"/>
              <a:gd name="connsiteX166" fmla="*/ 156875 w 5734864"/>
              <a:gd name="connsiteY166" fmla="*/ 6114000 h 6858000"/>
              <a:gd name="connsiteX167" fmla="*/ 165441 w 5734864"/>
              <a:gd name="connsiteY167" fmla="*/ 6146938 h 6858000"/>
              <a:gd name="connsiteX168" fmla="*/ 165177 w 5734864"/>
              <a:gd name="connsiteY168" fmla="*/ 6150658 h 6858000"/>
              <a:gd name="connsiteX169" fmla="*/ 161772 w 5734864"/>
              <a:gd name="connsiteY169" fmla="*/ 6160011 h 6858000"/>
              <a:gd name="connsiteX170" fmla="*/ 160051 w 5734864"/>
              <a:gd name="connsiteY170" fmla="*/ 6163393 h 6858000"/>
              <a:gd name="connsiteX171" fmla="*/ 158473 w 5734864"/>
              <a:gd name="connsiteY171" fmla="*/ 6168628 h 6858000"/>
              <a:gd name="connsiteX172" fmla="*/ 158573 w 5734864"/>
              <a:gd name="connsiteY172" fmla="*/ 6168799 h 6858000"/>
              <a:gd name="connsiteX173" fmla="*/ 146463 w 5734864"/>
              <a:gd name="connsiteY173" fmla="*/ 6196671 h 6858000"/>
              <a:gd name="connsiteX174" fmla="*/ 150209 w 5734864"/>
              <a:gd name="connsiteY174" fmla="*/ 6232365 h 6858000"/>
              <a:gd name="connsiteX175" fmla="*/ 148544 w 5734864"/>
              <a:gd name="connsiteY175" fmla="*/ 6246162 h 6858000"/>
              <a:gd name="connsiteX176" fmla="*/ 148403 w 5734864"/>
              <a:gd name="connsiteY176" fmla="*/ 6253754 h 6858000"/>
              <a:gd name="connsiteX177" fmla="*/ 138880 w 5734864"/>
              <a:gd name="connsiteY177" fmla="*/ 6276449 h 6858000"/>
              <a:gd name="connsiteX178" fmla="*/ 138683 w 5734864"/>
              <a:gd name="connsiteY178" fmla="*/ 6279721 h 6858000"/>
              <a:gd name="connsiteX179" fmla="*/ 130721 w 5734864"/>
              <a:gd name="connsiteY179" fmla="*/ 6293675 h 6858000"/>
              <a:gd name="connsiteX180" fmla="*/ 120717 w 5734864"/>
              <a:gd name="connsiteY180" fmla="*/ 6313967 h 6858000"/>
              <a:gd name="connsiteX181" fmla="*/ 120841 w 5734864"/>
              <a:gd name="connsiteY181" fmla="*/ 6315437 h 6858000"/>
              <a:gd name="connsiteX182" fmla="*/ 115208 w 5734864"/>
              <a:gd name="connsiteY182" fmla="*/ 6324024 h 6858000"/>
              <a:gd name="connsiteX183" fmla="*/ 101217 w 5734864"/>
              <a:gd name="connsiteY183" fmla="*/ 6365923 h 6858000"/>
              <a:gd name="connsiteX184" fmla="*/ 74946 w 5734864"/>
              <a:gd name="connsiteY184" fmla="*/ 6556817 h 6858000"/>
              <a:gd name="connsiteX185" fmla="*/ 16001 w 5734864"/>
              <a:gd name="connsiteY185" fmla="*/ 6808678 h 6858000"/>
              <a:gd name="connsiteX186" fmla="*/ 0 w 5734864"/>
              <a:gd name="connsiteY186" fmla="*/ 6858000 h 6858000"/>
              <a:gd name="connsiteX187" fmla="*/ 5734864 w 5734864"/>
              <a:gd name="connsiteY187" fmla="*/ 6858000 h 6858000"/>
              <a:gd name="connsiteX188" fmla="*/ 5734864 w 5734864"/>
              <a:gd name="connsiteY188" fmla="*/ 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7865 w 5734864"/>
              <a:gd name="connsiteY13" fmla="*/ 1070795 h 6858000"/>
              <a:gd name="connsiteX14" fmla="*/ 862786 w 5734864"/>
              <a:gd name="connsiteY14" fmla="*/ 1238994 h 6858000"/>
              <a:gd name="connsiteX15" fmla="*/ 859345 w 5734864"/>
              <a:gd name="connsiteY15" fmla="*/ 1380427 h 6858000"/>
              <a:gd name="connsiteX16" fmla="*/ 855172 w 5734864"/>
              <a:gd name="connsiteY16" fmla="*/ 1435262 h 6858000"/>
              <a:gd name="connsiteX17" fmla="*/ 860494 w 5734864"/>
              <a:gd name="connsiteY17" fmla="*/ 1453861 h 6858000"/>
              <a:gd name="connsiteX18" fmla="*/ 853731 w 5734864"/>
              <a:gd name="connsiteY18" fmla="*/ 1467047 h 6858000"/>
              <a:gd name="connsiteX19" fmla="*/ 845847 w 5734864"/>
              <a:gd name="connsiteY19" fmla="*/ 1502307 h 6858000"/>
              <a:gd name="connsiteX20" fmla="*/ 817613 w 5734864"/>
              <a:gd name="connsiteY20" fmla="*/ 1565166 h 6858000"/>
              <a:gd name="connsiteX21" fmla="*/ 804223 w 5734864"/>
              <a:gd name="connsiteY21" fmla="*/ 1601941 h 6858000"/>
              <a:gd name="connsiteX22" fmla="*/ 791773 w 5734864"/>
              <a:gd name="connsiteY22" fmla="*/ 1627005 h 6858000"/>
              <a:gd name="connsiteX23" fmla="*/ 774645 w 5734864"/>
              <a:gd name="connsiteY23" fmla="*/ 1699922 h 6858000"/>
              <a:gd name="connsiteX24" fmla="*/ 752343 w 5734864"/>
              <a:gd name="connsiteY24" fmla="*/ 1824604 h 6858000"/>
              <a:gd name="connsiteX25" fmla="*/ 746254 w 5734864"/>
              <a:gd name="connsiteY25" fmla="*/ 1850222 h 6858000"/>
              <a:gd name="connsiteX26" fmla="*/ 728600 w 5734864"/>
              <a:gd name="connsiteY26" fmla="*/ 1869603 h 6858000"/>
              <a:gd name="connsiteX27" fmla="*/ 724396 w 5734864"/>
              <a:gd name="connsiteY27" fmla="*/ 1883104 h 6858000"/>
              <a:gd name="connsiteX28" fmla="*/ 722165 w 5734864"/>
              <a:gd name="connsiteY28" fmla="*/ 1885924 h 6858000"/>
              <a:gd name="connsiteX29" fmla="*/ 721338 w 5734864"/>
              <a:gd name="connsiteY29" fmla="*/ 1887123 h 6858000"/>
              <a:gd name="connsiteX30" fmla="*/ 714840 w 5734864"/>
              <a:gd name="connsiteY30" fmla="*/ 1902274 h 6858000"/>
              <a:gd name="connsiteX31" fmla="*/ 722847 w 5734864"/>
              <a:gd name="connsiteY31" fmla="*/ 1929891 h 6858000"/>
              <a:gd name="connsiteX32" fmla="*/ 714660 w 5734864"/>
              <a:gd name="connsiteY32" fmla="*/ 1982709 h 6858000"/>
              <a:gd name="connsiteX33" fmla="*/ 710759 w 5734864"/>
              <a:gd name="connsiteY33" fmla="*/ 2013010 h 6858000"/>
              <a:gd name="connsiteX34" fmla="*/ 697927 w 5734864"/>
              <a:gd name="connsiteY34" fmla="*/ 2069833 h 6858000"/>
              <a:gd name="connsiteX35" fmla="*/ 693594 w 5734864"/>
              <a:gd name="connsiteY35" fmla="*/ 2103731 h 6858000"/>
              <a:gd name="connsiteX36" fmla="*/ 691109 w 5734864"/>
              <a:gd name="connsiteY36" fmla="*/ 2124027 h 6858000"/>
              <a:gd name="connsiteX37" fmla="*/ 676593 w 5734864"/>
              <a:gd name="connsiteY37" fmla="*/ 2176182 h 6858000"/>
              <a:gd name="connsiteX38" fmla="*/ 633227 w 5734864"/>
              <a:gd name="connsiteY38" fmla="*/ 2258036 h 6858000"/>
              <a:gd name="connsiteX39" fmla="*/ 625564 w 5734864"/>
              <a:gd name="connsiteY39" fmla="*/ 2284567 h 6858000"/>
              <a:gd name="connsiteX40" fmla="*/ 627074 w 5734864"/>
              <a:gd name="connsiteY40" fmla="*/ 2289605 h 6858000"/>
              <a:gd name="connsiteX41" fmla="*/ 614574 w 5734864"/>
              <a:gd name="connsiteY41" fmla="*/ 2308717 h 6858000"/>
              <a:gd name="connsiteX42" fmla="*/ 606890 w 5734864"/>
              <a:gd name="connsiteY42" fmla="*/ 2320662 h 6858000"/>
              <a:gd name="connsiteX43" fmla="*/ 605558 w 5734864"/>
              <a:gd name="connsiteY43" fmla="*/ 2327897 h 6858000"/>
              <a:gd name="connsiteX44" fmla="*/ 602202 w 5734864"/>
              <a:gd name="connsiteY44" fmla="*/ 2357749 h 6858000"/>
              <a:gd name="connsiteX45" fmla="*/ 600213 w 5734864"/>
              <a:gd name="connsiteY45" fmla="*/ 2364905 h 6858000"/>
              <a:gd name="connsiteX46" fmla="*/ 597160 w 5734864"/>
              <a:gd name="connsiteY46" fmla="*/ 2388351 h 6858000"/>
              <a:gd name="connsiteX47" fmla="*/ 597982 w 5734864"/>
              <a:gd name="connsiteY47" fmla="*/ 2402296 h 6858000"/>
              <a:gd name="connsiteX48" fmla="*/ 593150 w 5734864"/>
              <a:gd name="connsiteY48" fmla="*/ 2420015 h 6858000"/>
              <a:gd name="connsiteX49" fmla="*/ 592833 w 5734864"/>
              <a:gd name="connsiteY49" fmla="*/ 2422749 h 6858000"/>
              <a:gd name="connsiteX50" fmla="*/ 594479 w 5734864"/>
              <a:gd name="connsiteY50" fmla="*/ 2426002 h 6858000"/>
              <a:gd name="connsiteX51" fmla="*/ 591963 w 5734864"/>
              <a:gd name="connsiteY51" fmla="*/ 2431950 h 6858000"/>
              <a:gd name="connsiteX52" fmla="*/ 591544 w 5734864"/>
              <a:gd name="connsiteY52" fmla="*/ 2433897 h 6858000"/>
              <a:gd name="connsiteX53" fmla="*/ 589519 w 5734864"/>
              <a:gd name="connsiteY53" fmla="*/ 2451398 h 6858000"/>
              <a:gd name="connsiteX54" fmla="*/ 590037 w 5734864"/>
              <a:gd name="connsiteY54" fmla="*/ 2455536 h 6858000"/>
              <a:gd name="connsiteX55" fmla="*/ 588179 w 5734864"/>
              <a:gd name="connsiteY55" fmla="*/ 2462981 h 6858000"/>
              <a:gd name="connsiteX56" fmla="*/ 583434 w 5734864"/>
              <a:gd name="connsiteY56" fmla="*/ 2503991 h 6858000"/>
              <a:gd name="connsiteX57" fmla="*/ 567942 w 5734864"/>
              <a:gd name="connsiteY57" fmla="*/ 2652936 h 6858000"/>
              <a:gd name="connsiteX58" fmla="*/ 573869 w 5734864"/>
              <a:gd name="connsiteY58" fmla="*/ 2670188 h 6858000"/>
              <a:gd name="connsiteX59" fmla="*/ 575243 w 5734864"/>
              <a:gd name="connsiteY59" fmla="*/ 2688114 h 6858000"/>
              <a:gd name="connsiteX60" fmla="*/ 573824 w 5734864"/>
              <a:gd name="connsiteY60" fmla="*/ 2689856 h 6858000"/>
              <a:gd name="connsiteX61" fmla="*/ 570699 w 5734864"/>
              <a:gd name="connsiteY61" fmla="*/ 2709353 h 6858000"/>
              <a:gd name="connsiteX62" fmla="*/ 573192 w 5734864"/>
              <a:gd name="connsiteY62" fmla="*/ 2714527 h 6858000"/>
              <a:gd name="connsiteX63" fmla="*/ 572044 w 5734864"/>
              <a:gd name="connsiteY63" fmla="*/ 2728187 h 6858000"/>
              <a:gd name="connsiteX64" fmla="*/ 572465 w 5734864"/>
              <a:gd name="connsiteY64" fmla="*/ 2755863 h 6858000"/>
              <a:gd name="connsiteX65" fmla="*/ 570028 w 5734864"/>
              <a:gd name="connsiteY65" fmla="*/ 2760324 h 6858000"/>
              <a:gd name="connsiteX66" fmla="*/ 566748 w 5734864"/>
              <a:gd name="connsiteY66" fmla="*/ 2800948 h 6858000"/>
              <a:gd name="connsiteX67" fmla="*/ 565509 w 5734864"/>
              <a:gd name="connsiteY67" fmla="*/ 2801167 h 6858000"/>
              <a:gd name="connsiteX68" fmla="*/ 559367 w 5734864"/>
              <a:gd name="connsiteY68" fmla="*/ 2811129 h 6858000"/>
              <a:gd name="connsiteX69" fmla="*/ 550354 w 5734864"/>
              <a:gd name="connsiteY69" fmla="*/ 2830949 h 6858000"/>
              <a:gd name="connsiteX70" fmla="*/ 514795 w 5734864"/>
              <a:gd name="connsiteY70" fmla="*/ 2872433 h 6858000"/>
              <a:gd name="connsiteX71" fmla="*/ 509875 w 5734864"/>
              <a:gd name="connsiteY71" fmla="*/ 2923099 h 6858000"/>
              <a:gd name="connsiteX72" fmla="*/ 509577 w 5734864"/>
              <a:gd name="connsiteY72" fmla="*/ 2923197 h 6858000"/>
              <a:gd name="connsiteX73" fmla="*/ 507597 w 5734864"/>
              <a:gd name="connsiteY73" fmla="*/ 2931868 h 6858000"/>
              <a:gd name="connsiteX74" fmla="*/ 507379 w 5734864"/>
              <a:gd name="connsiteY74" fmla="*/ 2938322 h 6858000"/>
              <a:gd name="connsiteX75" fmla="*/ 504725 w 5734864"/>
              <a:gd name="connsiteY75" fmla="*/ 2954519 h 6858000"/>
              <a:gd name="connsiteX76" fmla="*/ 502018 w 5734864"/>
              <a:gd name="connsiteY76" fmla="*/ 2959643 h 6858000"/>
              <a:gd name="connsiteX77" fmla="*/ 498360 w 5734864"/>
              <a:gd name="connsiteY77" fmla="*/ 2961019 h 6858000"/>
              <a:gd name="connsiteX78" fmla="*/ 498483 w 5734864"/>
              <a:gd name="connsiteY78" fmla="*/ 2962590 h 6858000"/>
              <a:gd name="connsiteX79" fmla="*/ 484403 w 5734864"/>
              <a:gd name="connsiteY79" fmla="*/ 2990538 h 6858000"/>
              <a:gd name="connsiteX80" fmla="*/ 463075 w 5734864"/>
              <a:gd name="connsiteY80" fmla="*/ 3055956 h 6858000"/>
              <a:gd name="connsiteX81" fmla="*/ 455013 w 5734864"/>
              <a:gd name="connsiteY81" fmla="*/ 3094482 h 6858000"/>
              <a:gd name="connsiteX82" fmla="*/ 428391 w 5734864"/>
              <a:gd name="connsiteY82" fmla="*/ 3198850 h 6858000"/>
              <a:gd name="connsiteX83" fmla="*/ 401440 w 5734864"/>
              <a:gd name="connsiteY83" fmla="*/ 3307560 h 6858000"/>
              <a:gd name="connsiteX84" fmla="*/ 386076 w 5734864"/>
              <a:gd name="connsiteY84" fmla="*/ 3373943 h 6858000"/>
              <a:gd name="connsiteX85" fmla="*/ 374726 w 5734864"/>
              <a:gd name="connsiteY85" fmla="*/ 3381364 h 6858000"/>
              <a:gd name="connsiteX86" fmla="*/ 369145 w 5734864"/>
              <a:gd name="connsiteY86" fmla="*/ 3383729 h 6858000"/>
              <a:gd name="connsiteX87" fmla="*/ 364294 w 5734864"/>
              <a:gd name="connsiteY87" fmla="*/ 3414159 h 6858000"/>
              <a:gd name="connsiteX88" fmla="*/ 366450 w 5734864"/>
              <a:gd name="connsiteY88" fmla="*/ 3436925 h 6858000"/>
              <a:gd name="connsiteX89" fmla="*/ 351743 w 5734864"/>
              <a:gd name="connsiteY89" fmla="*/ 3521619 h 6858000"/>
              <a:gd name="connsiteX90" fmla="*/ 345784 w 5734864"/>
              <a:gd name="connsiteY90" fmla="*/ 3603757 h 6858000"/>
              <a:gd name="connsiteX91" fmla="*/ 344198 w 5734864"/>
              <a:gd name="connsiteY91" fmla="*/ 3652424 h 6858000"/>
              <a:gd name="connsiteX92" fmla="*/ 352450 w 5734864"/>
              <a:gd name="connsiteY92" fmla="*/ 3665222 h 6858000"/>
              <a:gd name="connsiteX93" fmla="*/ 342621 w 5734864"/>
              <a:gd name="connsiteY93" fmla="*/ 3700804 h 6858000"/>
              <a:gd name="connsiteX94" fmla="*/ 341514 w 5734864"/>
              <a:gd name="connsiteY94" fmla="*/ 3734774 h 6858000"/>
              <a:gd name="connsiteX95" fmla="*/ 340607 w 5734864"/>
              <a:gd name="connsiteY95" fmla="*/ 3785153 h 6858000"/>
              <a:gd name="connsiteX96" fmla="*/ 340707 w 5734864"/>
              <a:gd name="connsiteY96" fmla="*/ 3788177 h 6858000"/>
              <a:gd name="connsiteX97" fmla="*/ 340361 w 5734864"/>
              <a:gd name="connsiteY97" fmla="*/ 3798803 h 6858000"/>
              <a:gd name="connsiteX98" fmla="*/ 339642 w 5734864"/>
              <a:gd name="connsiteY98" fmla="*/ 3838750 h 6858000"/>
              <a:gd name="connsiteX99" fmla="*/ 360295 w 5734864"/>
              <a:gd name="connsiteY99" fmla="*/ 4015196 h 6858000"/>
              <a:gd name="connsiteX100" fmla="*/ 339043 w 5734864"/>
              <a:gd name="connsiteY100" fmla="*/ 4052778 h 6858000"/>
              <a:gd name="connsiteX101" fmla="*/ 339343 w 5734864"/>
              <a:gd name="connsiteY101" fmla="*/ 4096257 h 6858000"/>
              <a:gd name="connsiteX102" fmla="*/ 340786 w 5734864"/>
              <a:gd name="connsiteY102" fmla="*/ 4321136 h 6858000"/>
              <a:gd name="connsiteX103" fmla="*/ 343158 w 5734864"/>
              <a:gd name="connsiteY103" fmla="*/ 4429174 h 6858000"/>
              <a:gd name="connsiteX104" fmla="*/ 334599 w 5734864"/>
              <a:gd name="connsiteY104" fmla="*/ 4449938 h 6858000"/>
              <a:gd name="connsiteX105" fmla="*/ 332890 w 5734864"/>
              <a:gd name="connsiteY105" fmla="*/ 4453515 h 6858000"/>
              <a:gd name="connsiteX106" fmla="*/ 331105 w 5734864"/>
              <a:gd name="connsiteY106" fmla="*/ 4467941 h 6858000"/>
              <a:gd name="connsiteX107" fmla="*/ 324289 w 5734864"/>
              <a:gd name="connsiteY107" fmla="*/ 4471861 h 6858000"/>
              <a:gd name="connsiteX108" fmla="*/ 317079 w 5734864"/>
              <a:gd name="connsiteY108" fmla="*/ 4493468 h 6858000"/>
              <a:gd name="connsiteX109" fmla="*/ 315557 w 5734864"/>
              <a:gd name="connsiteY109" fmla="*/ 4520067 h 6858000"/>
              <a:gd name="connsiteX110" fmla="*/ 315240 w 5734864"/>
              <a:gd name="connsiteY110" fmla="*/ 4536872 h 6858000"/>
              <a:gd name="connsiteX111" fmla="*/ 316200 w 5734864"/>
              <a:gd name="connsiteY111" fmla="*/ 4538297 h 6858000"/>
              <a:gd name="connsiteX112" fmla="*/ 317507 w 5734864"/>
              <a:gd name="connsiteY112" fmla="*/ 4547582 h 6858000"/>
              <a:gd name="connsiteX113" fmla="*/ 323078 w 5734864"/>
              <a:gd name="connsiteY113" fmla="*/ 4592102 h 6858000"/>
              <a:gd name="connsiteX114" fmla="*/ 328722 w 5734864"/>
              <a:gd name="connsiteY114" fmla="*/ 4667914 h 6858000"/>
              <a:gd name="connsiteX115" fmla="*/ 335597 w 5734864"/>
              <a:gd name="connsiteY115" fmla="*/ 4695035 h 6858000"/>
              <a:gd name="connsiteX116" fmla="*/ 339485 w 5734864"/>
              <a:gd name="connsiteY116" fmla="*/ 4695979 h 6858000"/>
              <a:gd name="connsiteX117" fmla="*/ 341089 w 5734864"/>
              <a:gd name="connsiteY117" fmla="*/ 4704268 h 6858000"/>
              <a:gd name="connsiteX118" fmla="*/ 342177 w 5734864"/>
              <a:gd name="connsiteY118" fmla="*/ 4706060 h 6858000"/>
              <a:gd name="connsiteX119" fmla="*/ 347751 w 5734864"/>
              <a:gd name="connsiteY119" fmla="*/ 4716754 h 6858000"/>
              <a:gd name="connsiteX120" fmla="*/ 344125 w 5734864"/>
              <a:gd name="connsiteY120" fmla="*/ 4764669 h 6858000"/>
              <a:gd name="connsiteX121" fmla="*/ 340188 w 5734864"/>
              <a:gd name="connsiteY121" fmla="*/ 4779386 h 6858000"/>
              <a:gd name="connsiteX122" fmla="*/ 335146 w 5734864"/>
              <a:gd name="connsiteY122" fmla="*/ 4787491 h 6858000"/>
              <a:gd name="connsiteX123" fmla="*/ 319124 w 5734864"/>
              <a:gd name="connsiteY123" fmla="*/ 4843514 h 6858000"/>
              <a:gd name="connsiteX124" fmla="*/ 305956 w 5734864"/>
              <a:gd name="connsiteY124" fmla="*/ 4881505 h 6858000"/>
              <a:gd name="connsiteX125" fmla="*/ 301062 w 5734864"/>
              <a:gd name="connsiteY125" fmla="*/ 4889332 h 6858000"/>
              <a:gd name="connsiteX126" fmla="*/ 302141 w 5734864"/>
              <a:gd name="connsiteY126" fmla="*/ 4899400 h 6858000"/>
              <a:gd name="connsiteX127" fmla="*/ 304424 w 5734864"/>
              <a:gd name="connsiteY127" fmla="*/ 4902664 h 6858000"/>
              <a:gd name="connsiteX128" fmla="*/ 293123 w 5734864"/>
              <a:gd name="connsiteY128" fmla="*/ 4932769 h 6858000"/>
              <a:gd name="connsiteX129" fmla="*/ 292275 w 5734864"/>
              <a:gd name="connsiteY129" fmla="*/ 4936482 h 6858000"/>
              <a:gd name="connsiteX130" fmla="*/ 288304 w 5734864"/>
              <a:gd name="connsiteY130" fmla="*/ 4962325 h 6858000"/>
              <a:gd name="connsiteX131" fmla="*/ 287420 w 5734864"/>
              <a:gd name="connsiteY131" fmla="*/ 5042193 h 6858000"/>
              <a:gd name="connsiteX132" fmla="*/ 287020 w 5734864"/>
              <a:gd name="connsiteY132" fmla="*/ 5065655 h 6858000"/>
              <a:gd name="connsiteX133" fmla="*/ 288488 w 5734864"/>
              <a:gd name="connsiteY133" fmla="*/ 5082216 h 6858000"/>
              <a:gd name="connsiteX134" fmla="*/ 282763 w 5734864"/>
              <a:gd name="connsiteY134" fmla="*/ 5127114 h 6858000"/>
              <a:gd name="connsiteX135" fmla="*/ 269316 w 5734864"/>
              <a:gd name="connsiteY135" fmla="*/ 5202682 h 6858000"/>
              <a:gd name="connsiteX136" fmla="*/ 269174 w 5734864"/>
              <a:gd name="connsiteY136" fmla="*/ 5230835 h 6858000"/>
              <a:gd name="connsiteX137" fmla="*/ 272679 w 5734864"/>
              <a:gd name="connsiteY137" fmla="*/ 5232660 h 6858000"/>
              <a:gd name="connsiteX138" fmla="*/ 272160 w 5734864"/>
              <a:gd name="connsiteY138" fmla="*/ 5241150 h 6858000"/>
              <a:gd name="connsiteX139" fmla="*/ 272760 w 5734864"/>
              <a:gd name="connsiteY139" fmla="*/ 5243156 h 6858000"/>
              <a:gd name="connsiteX140" fmla="*/ 275462 w 5734864"/>
              <a:gd name="connsiteY140" fmla="*/ 5254919 h 6858000"/>
              <a:gd name="connsiteX141" fmla="*/ 262897 w 5734864"/>
              <a:gd name="connsiteY141" fmla="*/ 5286259 h 6858000"/>
              <a:gd name="connsiteX142" fmla="*/ 252761 w 5734864"/>
              <a:gd name="connsiteY142" fmla="*/ 5357801 h 6858000"/>
              <a:gd name="connsiteX143" fmla="*/ 242360 w 5734864"/>
              <a:gd name="connsiteY143" fmla="*/ 5460080 h 6858000"/>
              <a:gd name="connsiteX144" fmla="*/ 229880 w 5734864"/>
              <a:gd name="connsiteY144" fmla="*/ 5539714 h 6858000"/>
              <a:gd name="connsiteX145" fmla="*/ 204283 w 5734864"/>
              <a:gd name="connsiteY145" fmla="*/ 5639080 h 6858000"/>
              <a:gd name="connsiteX146" fmla="*/ 198948 w 5734864"/>
              <a:gd name="connsiteY146" fmla="*/ 5710958 h 6858000"/>
              <a:gd name="connsiteX147" fmla="*/ 192367 w 5734864"/>
              <a:gd name="connsiteY147" fmla="*/ 5719859 h 6858000"/>
              <a:gd name="connsiteX148" fmla="*/ 188035 w 5734864"/>
              <a:gd name="connsiteY148" fmla="*/ 5729935 h 6858000"/>
              <a:gd name="connsiteX149" fmla="*/ 188428 w 5734864"/>
              <a:gd name="connsiteY149" fmla="*/ 5731182 h 6858000"/>
              <a:gd name="connsiteX150" fmla="*/ 181635 w 5734864"/>
              <a:gd name="connsiteY150" fmla="*/ 5753538 h 6858000"/>
              <a:gd name="connsiteX151" fmla="*/ 169744 w 5734864"/>
              <a:gd name="connsiteY151" fmla="*/ 5796307 h 6858000"/>
              <a:gd name="connsiteX152" fmla="*/ 170351 w 5734864"/>
              <a:gd name="connsiteY152" fmla="*/ 5796644 h 6858000"/>
              <a:gd name="connsiteX153" fmla="*/ 171559 w 5734864"/>
              <a:gd name="connsiteY153" fmla="*/ 5803435 h 6858000"/>
              <a:gd name="connsiteX154" fmla="*/ 172284 w 5734864"/>
              <a:gd name="connsiteY154" fmla="*/ 5816391 h 6858000"/>
              <a:gd name="connsiteX155" fmla="*/ 182542 w 5734864"/>
              <a:gd name="connsiteY155" fmla="*/ 5846382 h 6858000"/>
              <a:gd name="connsiteX156" fmla="*/ 175877 w 5734864"/>
              <a:gd name="connsiteY156" fmla="*/ 5871336 h 6858000"/>
              <a:gd name="connsiteX157" fmla="*/ 174910 w 5734864"/>
              <a:gd name="connsiteY157" fmla="*/ 5876376 h 6858000"/>
              <a:gd name="connsiteX158" fmla="*/ 175047 w 5734864"/>
              <a:gd name="connsiteY158" fmla="*/ 5876483 h 6858000"/>
              <a:gd name="connsiteX159" fmla="*/ 174335 w 5734864"/>
              <a:gd name="connsiteY159" fmla="*/ 5881814 h 6858000"/>
              <a:gd name="connsiteX160" fmla="*/ 171273 w 5734864"/>
              <a:gd name="connsiteY160" fmla="*/ 5895339 h 6858000"/>
              <a:gd name="connsiteX161" fmla="*/ 171658 w 5734864"/>
              <a:gd name="connsiteY161" fmla="*/ 5898749 h 6858000"/>
              <a:gd name="connsiteX162" fmla="*/ 174658 w 5734864"/>
              <a:gd name="connsiteY162" fmla="*/ 5919558 h 6858000"/>
              <a:gd name="connsiteX163" fmla="*/ 169099 w 5734864"/>
              <a:gd name="connsiteY163" fmla="*/ 5984417 h 6858000"/>
              <a:gd name="connsiteX164" fmla="*/ 162007 w 5734864"/>
              <a:gd name="connsiteY164" fmla="*/ 6049043 h 6858000"/>
              <a:gd name="connsiteX165" fmla="*/ 156875 w 5734864"/>
              <a:gd name="connsiteY165" fmla="*/ 6114000 h 6858000"/>
              <a:gd name="connsiteX166" fmla="*/ 165441 w 5734864"/>
              <a:gd name="connsiteY166" fmla="*/ 6146938 h 6858000"/>
              <a:gd name="connsiteX167" fmla="*/ 165177 w 5734864"/>
              <a:gd name="connsiteY167" fmla="*/ 6150658 h 6858000"/>
              <a:gd name="connsiteX168" fmla="*/ 161772 w 5734864"/>
              <a:gd name="connsiteY168" fmla="*/ 6160011 h 6858000"/>
              <a:gd name="connsiteX169" fmla="*/ 160051 w 5734864"/>
              <a:gd name="connsiteY169" fmla="*/ 6163393 h 6858000"/>
              <a:gd name="connsiteX170" fmla="*/ 158473 w 5734864"/>
              <a:gd name="connsiteY170" fmla="*/ 6168628 h 6858000"/>
              <a:gd name="connsiteX171" fmla="*/ 158573 w 5734864"/>
              <a:gd name="connsiteY171" fmla="*/ 6168799 h 6858000"/>
              <a:gd name="connsiteX172" fmla="*/ 146463 w 5734864"/>
              <a:gd name="connsiteY172" fmla="*/ 6196671 h 6858000"/>
              <a:gd name="connsiteX173" fmla="*/ 150209 w 5734864"/>
              <a:gd name="connsiteY173" fmla="*/ 6232365 h 6858000"/>
              <a:gd name="connsiteX174" fmla="*/ 148544 w 5734864"/>
              <a:gd name="connsiteY174" fmla="*/ 6246162 h 6858000"/>
              <a:gd name="connsiteX175" fmla="*/ 148403 w 5734864"/>
              <a:gd name="connsiteY175" fmla="*/ 6253754 h 6858000"/>
              <a:gd name="connsiteX176" fmla="*/ 138880 w 5734864"/>
              <a:gd name="connsiteY176" fmla="*/ 6276449 h 6858000"/>
              <a:gd name="connsiteX177" fmla="*/ 138683 w 5734864"/>
              <a:gd name="connsiteY177" fmla="*/ 6279721 h 6858000"/>
              <a:gd name="connsiteX178" fmla="*/ 130721 w 5734864"/>
              <a:gd name="connsiteY178" fmla="*/ 6293675 h 6858000"/>
              <a:gd name="connsiteX179" fmla="*/ 120717 w 5734864"/>
              <a:gd name="connsiteY179" fmla="*/ 6313967 h 6858000"/>
              <a:gd name="connsiteX180" fmla="*/ 120841 w 5734864"/>
              <a:gd name="connsiteY180" fmla="*/ 6315437 h 6858000"/>
              <a:gd name="connsiteX181" fmla="*/ 115208 w 5734864"/>
              <a:gd name="connsiteY181" fmla="*/ 6324024 h 6858000"/>
              <a:gd name="connsiteX182" fmla="*/ 101217 w 5734864"/>
              <a:gd name="connsiteY182" fmla="*/ 6365923 h 6858000"/>
              <a:gd name="connsiteX183" fmla="*/ 74946 w 5734864"/>
              <a:gd name="connsiteY183" fmla="*/ 6556817 h 6858000"/>
              <a:gd name="connsiteX184" fmla="*/ 16001 w 5734864"/>
              <a:gd name="connsiteY184" fmla="*/ 6808678 h 6858000"/>
              <a:gd name="connsiteX185" fmla="*/ 0 w 5734864"/>
              <a:gd name="connsiteY185" fmla="*/ 6858000 h 6858000"/>
              <a:gd name="connsiteX186" fmla="*/ 5734864 w 5734864"/>
              <a:gd name="connsiteY186" fmla="*/ 6858000 h 6858000"/>
              <a:gd name="connsiteX187" fmla="*/ 5734864 w 5734864"/>
              <a:gd name="connsiteY1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734864" h="6858000">
                <a:moveTo>
                  <a:pt x="5734864" y="0"/>
                </a:moveTo>
                <a:lnTo>
                  <a:pt x="771611" y="0"/>
                </a:lnTo>
                <a:cubicBezTo>
                  <a:pt x="771634" y="16369"/>
                  <a:pt x="771656" y="32739"/>
                  <a:pt x="771679" y="49108"/>
                </a:cubicBezTo>
                <a:cubicBezTo>
                  <a:pt x="775201" y="55622"/>
                  <a:pt x="788724" y="196721"/>
                  <a:pt x="794248" y="200968"/>
                </a:cubicBezTo>
                <a:lnTo>
                  <a:pt x="801749" y="414071"/>
                </a:lnTo>
                <a:cubicBezTo>
                  <a:pt x="807329" y="440933"/>
                  <a:pt x="835107" y="598697"/>
                  <a:pt x="818548" y="585467"/>
                </a:cubicBezTo>
                <a:cubicBezTo>
                  <a:pt x="856197" y="664140"/>
                  <a:pt x="837895" y="708473"/>
                  <a:pt x="857476" y="800623"/>
                </a:cubicBezTo>
                <a:cubicBezTo>
                  <a:pt x="822401" y="857344"/>
                  <a:pt x="855723" y="824571"/>
                  <a:pt x="851083" y="878903"/>
                </a:cubicBezTo>
                <a:cubicBezTo>
                  <a:pt x="884811" y="859448"/>
                  <a:pt x="834648" y="946397"/>
                  <a:pt x="873564" y="943826"/>
                </a:cubicBezTo>
                <a:cubicBezTo>
                  <a:pt x="871487" y="953795"/>
                  <a:pt x="868248" y="963533"/>
                  <a:pt x="864705" y="973328"/>
                </a:cubicBezTo>
                <a:lnTo>
                  <a:pt x="862869" y="978457"/>
                </a:lnTo>
                <a:lnTo>
                  <a:pt x="862233" y="998041"/>
                </a:lnTo>
                <a:lnTo>
                  <a:pt x="853665" y="1004750"/>
                </a:lnTo>
                <a:lnTo>
                  <a:pt x="847865" y="1070795"/>
                </a:lnTo>
                <a:cubicBezTo>
                  <a:pt x="870234" y="1110486"/>
                  <a:pt x="833172" y="1190441"/>
                  <a:pt x="862786" y="1238994"/>
                </a:cubicBezTo>
                <a:cubicBezTo>
                  <a:pt x="864699" y="1290599"/>
                  <a:pt x="860615" y="1347716"/>
                  <a:pt x="859345" y="1380427"/>
                </a:cubicBezTo>
                <a:cubicBezTo>
                  <a:pt x="845703" y="1396391"/>
                  <a:pt x="873184" y="1435525"/>
                  <a:pt x="855172" y="1435262"/>
                </a:cubicBezTo>
                <a:lnTo>
                  <a:pt x="860494" y="1453861"/>
                </a:lnTo>
                <a:lnTo>
                  <a:pt x="853731" y="1467047"/>
                </a:lnTo>
                <a:cubicBezTo>
                  <a:pt x="846549" y="1480528"/>
                  <a:pt x="841728" y="1491093"/>
                  <a:pt x="845847" y="1502307"/>
                </a:cubicBezTo>
                <a:lnTo>
                  <a:pt x="817613" y="1565166"/>
                </a:lnTo>
                <a:cubicBezTo>
                  <a:pt x="805468" y="1557258"/>
                  <a:pt x="816534" y="1596564"/>
                  <a:pt x="804223" y="1601941"/>
                </a:cubicBezTo>
                <a:cubicBezTo>
                  <a:pt x="794287" y="1604654"/>
                  <a:pt x="795328" y="1617209"/>
                  <a:pt x="791773" y="1627005"/>
                </a:cubicBezTo>
                <a:cubicBezTo>
                  <a:pt x="781684" y="1634393"/>
                  <a:pt x="772978" y="1683187"/>
                  <a:pt x="774645" y="1699922"/>
                </a:cubicBezTo>
                <a:cubicBezTo>
                  <a:pt x="785341" y="1746767"/>
                  <a:pt x="744845" y="1787099"/>
                  <a:pt x="752343" y="1824604"/>
                </a:cubicBezTo>
                <a:cubicBezTo>
                  <a:pt x="751502" y="1834578"/>
                  <a:pt x="749297" y="1842929"/>
                  <a:pt x="746254" y="1850222"/>
                </a:cubicBezTo>
                <a:lnTo>
                  <a:pt x="728600" y="1869603"/>
                </a:lnTo>
                <a:lnTo>
                  <a:pt x="724396" y="1883104"/>
                </a:lnTo>
                <a:lnTo>
                  <a:pt x="722165" y="1885924"/>
                </a:lnTo>
                <a:lnTo>
                  <a:pt x="721338" y="1887123"/>
                </a:lnTo>
                <a:lnTo>
                  <a:pt x="714840" y="1902274"/>
                </a:lnTo>
                <a:lnTo>
                  <a:pt x="722847" y="1929891"/>
                </a:lnTo>
                <a:lnTo>
                  <a:pt x="714660" y="1982709"/>
                </a:lnTo>
                <a:cubicBezTo>
                  <a:pt x="727725" y="2006201"/>
                  <a:pt x="714739" y="1997091"/>
                  <a:pt x="710759" y="2013010"/>
                </a:cubicBezTo>
                <a:cubicBezTo>
                  <a:pt x="707970" y="2027531"/>
                  <a:pt x="700788" y="2054714"/>
                  <a:pt x="697927" y="2069833"/>
                </a:cubicBezTo>
                <a:cubicBezTo>
                  <a:pt x="685211" y="2080229"/>
                  <a:pt x="698762" y="2088241"/>
                  <a:pt x="693594" y="2103731"/>
                </a:cubicBezTo>
                <a:cubicBezTo>
                  <a:pt x="688481" y="2110649"/>
                  <a:pt x="687183" y="2115973"/>
                  <a:pt x="691109" y="2124027"/>
                </a:cubicBezTo>
                <a:cubicBezTo>
                  <a:pt x="666413" y="2155740"/>
                  <a:pt x="688031" y="2144874"/>
                  <a:pt x="676593" y="2176182"/>
                </a:cubicBezTo>
                <a:cubicBezTo>
                  <a:pt x="665190" y="2202944"/>
                  <a:pt x="656416" y="2233857"/>
                  <a:pt x="633227" y="2258036"/>
                </a:cubicBezTo>
                <a:cubicBezTo>
                  <a:pt x="626930" y="2262191"/>
                  <a:pt x="623498" y="2274069"/>
                  <a:pt x="625564" y="2284567"/>
                </a:cubicBezTo>
                <a:cubicBezTo>
                  <a:pt x="625918" y="2286374"/>
                  <a:pt x="626427" y="2288071"/>
                  <a:pt x="627074" y="2289605"/>
                </a:cubicBezTo>
                <a:cubicBezTo>
                  <a:pt x="619029" y="2296628"/>
                  <a:pt x="616453" y="2303188"/>
                  <a:pt x="614574" y="2308717"/>
                </a:cubicBezTo>
                <a:lnTo>
                  <a:pt x="606890" y="2320662"/>
                </a:lnTo>
                <a:lnTo>
                  <a:pt x="605558" y="2327897"/>
                </a:lnTo>
                <a:lnTo>
                  <a:pt x="602202" y="2357749"/>
                </a:lnTo>
                <a:lnTo>
                  <a:pt x="600213" y="2364905"/>
                </a:lnTo>
                <a:lnTo>
                  <a:pt x="597160" y="2388351"/>
                </a:lnTo>
                <a:lnTo>
                  <a:pt x="597982" y="2402296"/>
                </a:lnTo>
                <a:lnTo>
                  <a:pt x="593150" y="2420015"/>
                </a:lnTo>
                <a:cubicBezTo>
                  <a:pt x="593044" y="2420926"/>
                  <a:pt x="592939" y="2421838"/>
                  <a:pt x="592833" y="2422749"/>
                </a:cubicBezTo>
                <a:lnTo>
                  <a:pt x="594479" y="2426002"/>
                </a:lnTo>
                <a:cubicBezTo>
                  <a:pt x="594168" y="2427683"/>
                  <a:pt x="593118" y="2429721"/>
                  <a:pt x="591963" y="2431950"/>
                </a:cubicBezTo>
                <a:cubicBezTo>
                  <a:pt x="591823" y="2432599"/>
                  <a:pt x="591684" y="2433248"/>
                  <a:pt x="591544" y="2433897"/>
                </a:cubicBezTo>
                <a:lnTo>
                  <a:pt x="589519" y="2451398"/>
                </a:lnTo>
                <a:cubicBezTo>
                  <a:pt x="589692" y="2452777"/>
                  <a:pt x="589864" y="2454157"/>
                  <a:pt x="590037" y="2455536"/>
                </a:cubicBezTo>
                <a:lnTo>
                  <a:pt x="588179" y="2462981"/>
                </a:lnTo>
                <a:lnTo>
                  <a:pt x="583434" y="2503991"/>
                </a:lnTo>
                <a:cubicBezTo>
                  <a:pt x="576530" y="2566058"/>
                  <a:pt x="570433" y="2625224"/>
                  <a:pt x="567942" y="2652936"/>
                </a:cubicBezTo>
                <a:cubicBezTo>
                  <a:pt x="570864" y="2658290"/>
                  <a:pt x="572739" y="2664095"/>
                  <a:pt x="573869" y="2670188"/>
                </a:cubicBezTo>
                <a:lnTo>
                  <a:pt x="575243" y="2688114"/>
                </a:lnTo>
                <a:lnTo>
                  <a:pt x="573824" y="2689856"/>
                </a:lnTo>
                <a:cubicBezTo>
                  <a:pt x="569972" y="2698471"/>
                  <a:pt x="569572" y="2704494"/>
                  <a:pt x="570699" y="2709353"/>
                </a:cubicBezTo>
                <a:lnTo>
                  <a:pt x="573192" y="2714527"/>
                </a:lnTo>
                <a:cubicBezTo>
                  <a:pt x="572809" y="2719080"/>
                  <a:pt x="572427" y="2723634"/>
                  <a:pt x="572044" y="2728187"/>
                </a:cubicBezTo>
                <a:cubicBezTo>
                  <a:pt x="572184" y="2737412"/>
                  <a:pt x="572325" y="2746638"/>
                  <a:pt x="572465" y="2755863"/>
                </a:cubicBezTo>
                <a:lnTo>
                  <a:pt x="570028" y="2760324"/>
                </a:lnTo>
                <a:lnTo>
                  <a:pt x="566748" y="2800948"/>
                </a:lnTo>
                <a:lnTo>
                  <a:pt x="565509" y="2801167"/>
                </a:lnTo>
                <a:cubicBezTo>
                  <a:pt x="562655" y="2802587"/>
                  <a:pt x="560408" y="2805381"/>
                  <a:pt x="559367" y="2811129"/>
                </a:cubicBezTo>
                <a:cubicBezTo>
                  <a:pt x="543471" y="2797318"/>
                  <a:pt x="552020" y="2812773"/>
                  <a:pt x="550354" y="2830949"/>
                </a:cubicBezTo>
                <a:cubicBezTo>
                  <a:pt x="525292" y="2813553"/>
                  <a:pt x="531129" y="2868192"/>
                  <a:pt x="514795" y="2872433"/>
                </a:cubicBezTo>
                <a:lnTo>
                  <a:pt x="509875" y="2923099"/>
                </a:lnTo>
                <a:lnTo>
                  <a:pt x="509577" y="2923197"/>
                </a:lnTo>
                <a:cubicBezTo>
                  <a:pt x="508704" y="2924865"/>
                  <a:pt x="508038" y="2927556"/>
                  <a:pt x="507597" y="2931868"/>
                </a:cubicBezTo>
                <a:cubicBezTo>
                  <a:pt x="507524" y="2934019"/>
                  <a:pt x="507452" y="2936171"/>
                  <a:pt x="507379" y="2938322"/>
                </a:cubicBezTo>
                <a:lnTo>
                  <a:pt x="504725" y="2954519"/>
                </a:lnTo>
                <a:lnTo>
                  <a:pt x="502018" y="2959643"/>
                </a:lnTo>
                <a:lnTo>
                  <a:pt x="498360" y="2961019"/>
                </a:lnTo>
                <a:lnTo>
                  <a:pt x="498483" y="2962590"/>
                </a:lnTo>
                <a:cubicBezTo>
                  <a:pt x="502388" y="2975027"/>
                  <a:pt x="510202" y="2980016"/>
                  <a:pt x="484403" y="2990538"/>
                </a:cubicBezTo>
                <a:cubicBezTo>
                  <a:pt x="489425" y="3018352"/>
                  <a:pt x="474337" y="3021029"/>
                  <a:pt x="463075" y="3055956"/>
                </a:cubicBezTo>
                <a:cubicBezTo>
                  <a:pt x="469487" y="3072485"/>
                  <a:pt x="464165" y="3083955"/>
                  <a:pt x="455013" y="3094482"/>
                </a:cubicBezTo>
                <a:cubicBezTo>
                  <a:pt x="453131" y="3130054"/>
                  <a:pt x="437643" y="3160106"/>
                  <a:pt x="428391" y="3198850"/>
                </a:cubicBezTo>
                <a:lnTo>
                  <a:pt x="401440" y="3307560"/>
                </a:lnTo>
                <a:lnTo>
                  <a:pt x="386076" y="3373943"/>
                </a:lnTo>
                <a:cubicBezTo>
                  <a:pt x="386236" y="3376061"/>
                  <a:pt x="380537" y="3378856"/>
                  <a:pt x="374726" y="3381364"/>
                </a:cubicBezTo>
                <a:lnTo>
                  <a:pt x="369145" y="3383729"/>
                </a:lnTo>
                <a:lnTo>
                  <a:pt x="364294" y="3414159"/>
                </a:lnTo>
                <a:lnTo>
                  <a:pt x="366450" y="3436925"/>
                </a:lnTo>
                <a:lnTo>
                  <a:pt x="351743" y="3521619"/>
                </a:lnTo>
                <a:lnTo>
                  <a:pt x="345784" y="3603757"/>
                </a:lnTo>
                <a:cubicBezTo>
                  <a:pt x="345255" y="3619979"/>
                  <a:pt x="344727" y="3636202"/>
                  <a:pt x="344198" y="3652424"/>
                </a:cubicBezTo>
                <a:lnTo>
                  <a:pt x="352450" y="3665222"/>
                </a:lnTo>
                <a:lnTo>
                  <a:pt x="342621" y="3700804"/>
                </a:lnTo>
                <a:lnTo>
                  <a:pt x="341514" y="3734774"/>
                </a:lnTo>
                <a:cubicBezTo>
                  <a:pt x="341212" y="3751567"/>
                  <a:pt x="340909" y="3768360"/>
                  <a:pt x="340607" y="3785153"/>
                </a:cubicBezTo>
                <a:cubicBezTo>
                  <a:pt x="340640" y="3786161"/>
                  <a:pt x="340674" y="3787169"/>
                  <a:pt x="340707" y="3788177"/>
                </a:cubicBezTo>
                <a:cubicBezTo>
                  <a:pt x="340592" y="3791719"/>
                  <a:pt x="340476" y="3795261"/>
                  <a:pt x="340361" y="3798803"/>
                </a:cubicBezTo>
                <a:cubicBezTo>
                  <a:pt x="340121" y="3812119"/>
                  <a:pt x="339882" y="3825434"/>
                  <a:pt x="339642" y="3838750"/>
                </a:cubicBezTo>
                <a:cubicBezTo>
                  <a:pt x="337363" y="3949044"/>
                  <a:pt x="361794" y="3960437"/>
                  <a:pt x="360295" y="4015196"/>
                </a:cubicBezTo>
                <a:lnTo>
                  <a:pt x="339043" y="4052778"/>
                </a:lnTo>
                <a:lnTo>
                  <a:pt x="339343" y="4096257"/>
                </a:lnTo>
                <a:cubicBezTo>
                  <a:pt x="362058" y="4159145"/>
                  <a:pt x="332404" y="4250479"/>
                  <a:pt x="340786" y="4321136"/>
                </a:cubicBezTo>
                <a:cubicBezTo>
                  <a:pt x="341421" y="4376624"/>
                  <a:pt x="344189" y="4407708"/>
                  <a:pt x="343158" y="4429174"/>
                </a:cubicBezTo>
                <a:cubicBezTo>
                  <a:pt x="340948" y="4436304"/>
                  <a:pt x="337887" y="4443121"/>
                  <a:pt x="334599" y="4449938"/>
                </a:cubicBezTo>
                <a:lnTo>
                  <a:pt x="332890" y="4453515"/>
                </a:lnTo>
                <a:lnTo>
                  <a:pt x="331105" y="4467941"/>
                </a:lnTo>
                <a:lnTo>
                  <a:pt x="324289" y="4471861"/>
                </a:lnTo>
                <a:lnTo>
                  <a:pt x="317079" y="4493468"/>
                </a:lnTo>
                <a:cubicBezTo>
                  <a:pt x="315353" y="4501584"/>
                  <a:pt x="314639" y="4510343"/>
                  <a:pt x="315557" y="4520067"/>
                </a:cubicBezTo>
                <a:cubicBezTo>
                  <a:pt x="315451" y="4525669"/>
                  <a:pt x="315346" y="4531270"/>
                  <a:pt x="315240" y="4536872"/>
                </a:cubicBezTo>
                <a:lnTo>
                  <a:pt x="316200" y="4538297"/>
                </a:lnTo>
                <a:cubicBezTo>
                  <a:pt x="316738" y="4541182"/>
                  <a:pt x="316785" y="4544563"/>
                  <a:pt x="317507" y="4547582"/>
                </a:cubicBezTo>
                <a:cubicBezTo>
                  <a:pt x="322716" y="4552468"/>
                  <a:pt x="324912" y="4582137"/>
                  <a:pt x="323078" y="4592102"/>
                </a:cubicBezTo>
                <a:cubicBezTo>
                  <a:pt x="314597" y="4619728"/>
                  <a:pt x="334923" y="4645745"/>
                  <a:pt x="328722" y="4667914"/>
                </a:cubicBezTo>
                <a:cubicBezTo>
                  <a:pt x="330810" y="4685069"/>
                  <a:pt x="333803" y="4690356"/>
                  <a:pt x="335597" y="4695035"/>
                </a:cubicBezTo>
                <a:lnTo>
                  <a:pt x="339485" y="4695979"/>
                </a:lnTo>
                <a:lnTo>
                  <a:pt x="341089" y="4704268"/>
                </a:lnTo>
                <a:lnTo>
                  <a:pt x="342177" y="4706060"/>
                </a:lnTo>
                <a:cubicBezTo>
                  <a:pt x="344268" y="4709474"/>
                  <a:pt x="346234" y="4712931"/>
                  <a:pt x="347751" y="4716754"/>
                </a:cubicBezTo>
                <a:lnTo>
                  <a:pt x="344125" y="4764669"/>
                </a:lnTo>
                <a:lnTo>
                  <a:pt x="340188" y="4779386"/>
                </a:lnTo>
                <a:lnTo>
                  <a:pt x="335146" y="4787491"/>
                </a:lnTo>
                <a:lnTo>
                  <a:pt x="319124" y="4843514"/>
                </a:lnTo>
                <a:lnTo>
                  <a:pt x="305956" y="4881505"/>
                </a:lnTo>
                <a:lnTo>
                  <a:pt x="301062" y="4889332"/>
                </a:lnTo>
                <a:lnTo>
                  <a:pt x="302141" y="4899400"/>
                </a:lnTo>
                <a:cubicBezTo>
                  <a:pt x="302767" y="4900706"/>
                  <a:pt x="303536" y="4901803"/>
                  <a:pt x="304424" y="4902664"/>
                </a:cubicBezTo>
                <a:lnTo>
                  <a:pt x="293123" y="4932769"/>
                </a:lnTo>
                <a:lnTo>
                  <a:pt x="292275" y="4936482"/>
                </a:lnTo>
                <a:lnTo>
                  <a:pt x="288304" y="4962325"/>
                </a:lnTo>
                <a:cubicBezTo>
                  <a:pt x="288009" y="4988948"/>
                  <a:pt x="287715" y="5015570"/>
                  <a:pt x="287420" y="5042193"/>
                </a:cubicBezTo>
                <a:cubicBezTo>
                  <a:pt x="295373" y="5039737"/>
                  <a:pt x="281659" y="5060438"/>
                  <a:pt x="287020" y="5065655"/>
                </a:cubicBezTo>
                <a:cubicBezTo>
                  <a:pt x="291675" y="5068928"/>
                  <a:pt x="288601" y="5075970"/>
                  <a:pt x="288488" y="5082216"/>
                </a:cubicBezTo>
                <a:cubicBezTo>
                  <a:pt x="292282" y="5088207"/>
                  <a:pt x="287008" y="5117775"/>
                  <a:pt x="282763" y="5127114"/>
                </a:cubicBezTo>
                <a:cubicBezTo>
                  <a:pt x="267723" y="5152218"/>
                  <a:pt x="280799" y="5182399"/>
                  <a:pt x="269316" y="5202682"/>
                </a:cubicBezTo>
                <a:cubicBezTo>
                  <a:pt x="267050" y="5219969"/>
                  <a:pt x="268614" y="5225841"/>
                  <a:pt x="269174" y="5230835"/>
                </a:cubicBezTo>
                <a:lnTo>
                  <a:pt x="272679" y="5232660"/>
                </a:lnTo>
                <a:lnTo>
                  <a:pt x="272160" y="5241150"/>
                </a:lnTo>
                <a:lnTo>
                  <a:pt x="272760" y="5243156"/>
                </a:lnTo>
                <a:cubicBezTo>
                  <a:pt x="273922" y="5246984"/>
                  <a:pt x="274952" y="5250824"/>
                  <a:pt x="275462" y="5254919"/>
                </a:cubicBezTo>
                <a:cubicBezTo>
                  <a:pt x="258407" y="5258851"/>
                  <a:pt x="276976" y="5290392"/>
                  <a:pt x="262897" y="5286259"/>
                </a:cubicBezTo>
                <a:cubicBezTo>
                  <a:pt x="262724" y="5309439"/>
                  <a:pt x="239612" y="5337531"/>
                  <a:pt x="252761" y="5357801"/>
                </a:cubicBezTo>
                <a:cubicBezTo>
                  <a:pt x="248775" y="5392256"/>
                  <a:pt x="247799" y="5423412"/>
                  <a:pt x="242360" y="5460080"/>
                </a:cubicBezTo>
                <a:cubicBezTo>
                  <a:pt x="232632" y="5488478"/>
                  <a:pt x="242025" y="5519143"/>
                  <a:pt x="229880" y="5539714"/>
                </a:cubicBezTo>
                <a:cubicBezTo>
                  <a:pt x="230558" y="5572454"/>
                  <a:pt x="222150" y="5613340"/>
                  <a:pt x="204283" y="5639080"/>
                </a:cubicBezTo>
                <a:cubicBezTo>
                  <a:pt x="201596" y="5674226"/>
                  <a:pt x="191051" y="5680198"/>
                  <a:pt x="198948" y="5710958"/>
                </a:cubicBezTo>
                <a:cubicBezTo>
                  <a:pt x="196338" y="5713534"/>
                  <a:pt x="194185" y="5716550"/>
                  <a:pt x="192367" y="5719859"/>
                </a:cubicBezTo>
                <a:lnTo>
                  <a:pt x="188035" y="5729935"/>
                </a:lnTo>
                <a:lnTo>
                  <a:pt x="188428" y="5731182"/>
                </a:lnTo>
                <a:lnTo>
                  <a:pt x="181635" y="5753538"/>
                </a:lnTo>
                <a:lnTo>
                  <a:pt x="169744" y="5796307"/>
                </a:lnTo>
                <a:lnTo>
                  <a:pt x="170351" y="5796644"/>
                </a:lnTo>
                <a:cubicBezTo>
                  <a:pt x="171558" y="5797954"/>
                  <a:pt x="172173" y="5799948"/>
                  <a:pt x="171559" y="5803435"/>
                </a:cubicBezTo>
                <a:cubicBezTo>
                  <a:pt x="182664" y="5798231"/>
                  <a:pt x="175075" y="5805646"/>
                  <a:pt x="172284" y="5816391"/>
                </a:cubicBezTo>
                <a:cubicBezTo>
                  <a:pt x="188911" y="5810703"/>
                  <a:pt x="174844" y="5841128"/>
                  <a:pt x="182542" y="5846382"/>
                </a:cubicBezTo>
                <a:cubicBezTo>
                  <a:pt x="180118" y="5854404"/>
                  <a:pt x="177856" y="5862781"/>
                  <a:pt x="175877" y="5871336"/>
                </a:cubicBezTo>
                <a:lnTo>
                  <a:pt x="174910" y="5876376"/>
                </a:lnTo>
                <a:lnTo>
                  <a:pt x="175047" y="5876483"/>
                </a:lnTo>
                <a:cubicBezTo>
                  <a:pt x="175167" y="5877594"/>
                  <a:pt x="174973" y="5879257"/>
                  <a:pt x="174335" y="5881814"/>
                </a:cubicBezTo>
                <a:lnTo>
                  <a:pt x="171273" y="5895339"/>
                </a:lnTo>
                <a:cubicBezTo>
                  <a:pt x="171401" y="5896476"/>
                  <a:pt x="171530" y="5897612"/>
                  <a:pt x="171658" y="5898749"/>
                </a:cubicBezTo>
                <a:lnTo>
                  <a:pt x="174658" y="5919558"/>
                </a:lnTo>
                <a:cubicBezTo>
                  <a:pt x="173958" y="5933601"/>
                  <a:pt x="171208" y="5962838"/>
                  <a:pt x="169099" y="5984417"/>
                </a:cubicBezTo>
                <a:cubicBezTo>
                  <a:pt x="162916" y="6005205"/>
                  <a:pt x="164971" y="6025162"/>
                  <a:pt x="162007" y="6049043"/>
                </a:cubicBezTo>
                <a:cubicBezTo>
                  <a:pt x="150795" y="6073830"/>
                  <a:pt x="160091" y="6088483"/>
                  <a:pt x="156875" y="6114000"/>
                </a:cubicBezTo>
                <a:cubicBezTo>
                  <a:pt x="141597" y="6134477"/>
                  <a:pt x="163381" y="6133378"/>
                  <a:pt x="165441" y="6146938"/>
                </a:cubicBezTo>
                <a:lnTo>
                  <a:pt x="165177" y="6150658"/>
                </a:lnTo>
                <a:lnTo>
                  <a:pt x="161772" y="6160011"/>
                </a:lnTo>
                <a:lnTo>
                  <a:pt x="160051" y="6163393"/>
                </a:lnTo>
                <a:cubicBezTo>
                  <a:pt x="159032" y="6165775"/>
                  <a:pt x="158564" y="6167421"/>
                  <a:pt x="158473" y="6168628"/>
                </a:cubicBezTo>
                <a:cubicBezTo>
                  <a:pt x="158506" y="6168685"/>
                  <a:pt x="158540" y="6168742"/>
                  <a:pt x="158573" y="6168799"/>
                </a:cubicBezTo>
                <a:lnTo>
                  <a:pt x="146463" y="6196671"/>
                </a:lnTo>
                <a:cubicBezTo>
                  <a:pt x="152348" y="6205503"/>
                  <a:pt x="134460" y="6231012"/>
                  <a:pt x="150209" y="6232365"/>
                </a:cubicBezTo>
                <a:cubicBezTo>
                  <a:pt x="145821" y="6242321"/>
                  <a:pt x="137774" y="6246719"/>
                  <a:pt x="148544" y="6246162"/>
                </a:cubicBezTo>
                <a:cubicBezTo>
                  <a:pt x="147378" y="6249522"/>
                  <a:pt x="147566" y="6251866"/>
                  <a:pt x="148403" y="6253754"/>
                </a:cubicBezTo>
                <a:lnTo>
                  <a:pt x="138880" y="6276449"/>
                </a:lnTo>
                <a:cubicBezTo>
                  <a:pt x="138814" y="6277540"/>
                  <a:pt x="138749" y="6278630"/>
                  <a:pt x="138683" y="6279721"/>
                </a:cubicBezTo>
                <a:lnTo>
                  <a:pt x="130721" y="6293675"/>
                </a:lnTo>
                <a:lnTo>
                  <a:pt x="120717" y="6313967"/>
                </a:lnTo>
                <a:cubicBezTo>
                  <a:pt x="120758" y="6314457"/>
                  <a:pt x="120800" y="6314947"/>
                  <a:pt x="120841" y="6315437"/>
                </a:cubicBezTo>
                <a:lnTo>
                  <a:pt x="115208" y="6324024"/>
                </a:lnTo>
                <a:cubicBezTo>
                  <a:pt x="113007" y="6326672"/>
                  <a:pt x="103991" y="6364381"/>
                  <a:pt x="101217" y="6365923"/>
                </a:cubicBezTo>
                <a:lnTo>
                  <a:pt x="74946" y="6556817"/>
                </a:lnTo>
                <a:cubicBezTo>
                  <a:pt x="55357" y="6665926"/>
                  <a:pt x="35695" y="6744075"/>
                  <a:pt x="16001" y="6808678"/>
                </a:cubicBezTo>
                <a:lnTo>
                  <a:pt x="0" y="6858000"/>
                </a:lnTo>
                <a:lnTo>
                  <a:pt x="5734864" y="6858000"/>
                </a:lnTo>
                <a:lnTo>
                  <a:pt x="5734864"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F898EC3-F4FA-223E-CADC-BE49F08939C0}"/>
              </a:ext>
            </a:extLst>
          </p:cNvPr>
          <p:cNvSpPr>
            <a:spLocks noGrp="1"/>
          </p:cNvSpPr>
          <p:nvPr>
            <p:ph type="title"/>
          </p:nvPr>
        </p:nvSpPr>
        <p:spPr>
          <a:xfrm>
            <a:off x="773408" y="992094"/>
            <a:ext cx="3616913" cy="2795160"/>
          </a:xfrm>
        </p:spPr>
        <p:txBody>
          <a:bodyPr vert="horz" lIns="91440" tIns="45720" rIns="91440" bIns="45720" rtlCol="0" anchor="b">
            <a:normAutofit/>
          </a:bodyPr>
          <a:lstStyle/>
          <a:p>
            <a:pPr algn="ctr"/>
            <a:r>
              <a:rPr lang="en-US" kern="1200">
                <a:solidFill>
                  <a:schemeClr val="tx1"/>
                </a:solidFill>
                <a:latin typeface="+mj-lt"/>
                <a:ea typeface="+mj-ea"/>
                <a:cs typeface="+mj-cs"/>
              </a:rPr>
              <a:t>Thank you !</a:t>
            </a:r>
          </a:p>
        </p:txBody>
      </p:sp>
      <p:pic>
        <p:nvPicPr>
          <p:cNvPr id="6" name="Picture 5">
            <a:extLst>
              <a:ext uri="{FF2B5EF4-FFF2-40B4-BE49-F238E27FC236}">
                <a16:creationId xmlns:a16="http://schemas.microsoft.com/office/drawing/2014/main" id="{64792B16-BD5C-ABD1-284F-5F20BE7C0080}"/>
              </a:ext>
            </a:extLst>
          </p:cNvPr>
          <p:cNvPicPr>
            <a:picLocks noChangeAspect="1"/>
          </p:cNvPicPr>
          <p:nvPr/>
        </p:nvPicPr>
        <p:blipFill>
          <a:blip r:embed="rId2"/>
          <a:stretch>
            <a:fillRect/>
          </a:stretch>
        </p:blipFill>
        <p:spPr>
          <a:xfrm>
            <a:off x="6418062" y="578738"/>
            <a:ext cx="4664026" cy="5670549"/>
          </a:xfrm>
          <a:prstGeom prst="rect">
            <a:avLst/>
          </a:prstGeom>
        </p:spPr>
      </p:pic>
    </p:spTree>
    <p:extLst>
      <p:ext uri="{BB962C8B-B14F-4D97-AF65-F5344CB8AC3E}">
        <p14:creationId xmlns:p14="http://schemas.microsoft.com/office/powerpoint/2010/main" val="349219241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7.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8.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9.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0.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1595</Words>
  <Application>Microsoft Office PowerPoint</Application>
  <PresentationFormat>Widescreen</PresentationFormat>
  <Paragraphs>169</Paragraphs>
  <Slides>48</Slides>
  <Notes>0</Notes>
  <HiddenSlides>0</HiddenSlides>
  <MMClips>0</MMClips>
  <ScaleCrop>false</ScaleCrop>
  <HeadingPairs>
    <vt:vector size="6" baseType="variant">
      <vt:variant>
        <vt:lpstr>Fonts Used</vt:lpstr>
      </vt:variant>
      <vt:variant>
        <vt:i4>8</vt:i4>
      </vt:variant>
      <vt:variant>
        <vt:lpstr>Theme</vt:lpstr>
      </vt:variant>
      <vt:variant>
        <vt:i4>11</vt:i4>
      </vt:variant>
      <vt:variant>
        <vt:lpstr>Slide Titles</vt:lpstr>
      </vt:variant>
      <vt:variant>
        <vt:i4>48</vt:i4>
      </vt:variant>
    </vt:vector>
  </HeadingPairs>
  <TitlesOfParts>
    <vt:vector size="67" baseType="lpstr">
      <vt:lpstr>Meiryo</vt:lpstr>
      <vt:lpstr>Aptos</vt:lpstr>
      <vt:lpstr>Aptos Display</vt:lpstr>
      <vt:lpstr>Arial</vt:lpstr>
      <vt:lpstr>Calisto MT</vt:lpstr>
      <vt:lpstr>Symbol</vt:lpstr>
      <vt:lpstr>Times New Roman</vt:lpstr>
      <vt:lpstr>Wingdings</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Binary Analysis Beyond Decompilers: Emulation, SMT Solving, and Symbolic Execution</vt:lpstr>
      <vt:lpstr>Who am I ?</vt:lpstr>
      <vt:lpstr>Motivation and Workshop goals</vt:lpstr>
      <vt:lpstr>Little Bit of Foundation first !</vt:lpstr>
      <vt:lpstr>What is reverse engineering ?</vt:lpstr>
      <vt:lpstr>Why To ?</vt:lpstr>
      <vt:lpstr>What is a compiler ?</vt:lpstr>
      <vt:lpstr>Compiler vs Interpreter</vt:lpstr>
      <vt:lpstr>The Compiler Toolchain</vt:lpstr>
      <vt:lpstr>What are we reversing ?</vt:lpstr>
      <vt:lpstr>What is an ELF binary ?</vt:lpstr>
      <vt:lpstr>What is an exe (PE) ?</vt:lpstr>
      <vt:lpstr>What is a decompiler ? (Reverse Compiler)</vt:lpstr>
      <vt:lpstr>The Decompiler Toolchain</vt:lpstr>
      <vt:lpstr>Tools of the trade</vt:lpstr>
      <vt:lpstr>What decompilers are good at ?</vt:lpstr>
      <vt:lpstr>Meet our first binary v1</vt:lpstr>
      <vt:lpstr>Simple program pseudo code</vt:lpstr>
      <vt:lpstr>Simple Program pseudo code</vt:lpstr>
      <vt:lpstr>Ugly pseudo-code </vt:lpstr>
      <vt:lpstr>Hard to understand CFG ollvm</vt:lpstr>
      <vt:lpstr>Why/When decompilers are not enough ?</vt:lpstr>
      <vt:lpstr>Self Modifying Code</vt:lpstr>
      <vt:lpstr>Virus and Trojan ‘Tricks’</vt:lpstr>
      <vt:lpstr>What mental model to use ?</vt:lpstr>
      <vt:lpstr>What is Emulation ?</vt:lpstr>
      <vt:lpstr>Emulation Use Cases</vt:lpstr>
      <vt:lpstr>Meet Unicorn !! (A CPU without an OS)</vt:lpstr>
      <vt:lpstr>Unicorn Core Architecture</vt:lpstr>
      <vt:lpstr>Unicorn API map</vt:lpstr>
      <vt:lpstr>Emulation Workflow</vt:lpstr>
      <vt:lpstr>Get your env ready !</vt:lpstr>
      <vt:lpstr>Demo1: Hello Emulation</vt:lpstr>
      <vt:lpstr>Exercise 1: xor lab get your flag</vt:lpstr>
      <vt:lpstr>Real World implementation</vt:lpstr>
      <vt:lpstr>What mental model to use ?</vt:lpstr>
      <vt:lpstr>A binary can be seen in three ways</vt:lpstr>
      <vt:lpstr>Symbolic Execution</vt:lpstr>
      <vt:lpstr>Example 1 (Branching)</vt:lpstr>
      <vt:lpstr>PowerPoint Presentation</vt:lpstr>
      <vt:lpstr>Problem ?</vt:lpstr>
      <vt:lpstr>SMT </vt:lpstr>
      <vt:lpstr>SAT Solvers</vt:lpstr>
      <vt:lpstr>Z3</vt:lpstr>
      <vt:lpstr>Z3 Demo !</vt:lpstr>
      <vt:lpstr>What’s next?</vt:lpstr>
      <vt:lpstr>Recap</vt:lpstr>
      <vt:lpstr>Thank you !</vt:lpstr>
    </vt:vector>
  </TitlesOfParts>
  <Company>Marquardt Service GmbH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Chagra, Mohamed Jilani (ITGS-TU)</dc:creator>
  <dc:description/>
  <cp:lastModifiedBy>Chagra, Mohamed Jilani (ITGS-TU)</cp:lastModifiedBy>
  <cp:revision>62</cp:revision>
  <dcterms:created xsi:type="dcterms:W3CDTF">2026-04-08T08:45:40Z</dcterms:created>
  <dcterms:modified xsi:type="dcterms:W3CDTF">2026-04-18T10:01:40Z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51</vt:i4>
  </property>
</Properties>
</file>